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57" r:id="rId4"/>
    <p:sldMasterId id="2147483758" r:id="rId5"/>
    <p:sldMasterId id="21474837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IBM Plex Sans"/>
      <p:regular r:id="rId23"/>
      <p:bold r:id="rId24"/>
      <p:italic r:id="rId25"/>
      <p:boldItalic r:id="rId26"/>
    </p:embeddedFont>
    <p:embeddedFont>
      <p:font typeface="Sora SemiBold"/>
      <p:regular r:id="rId27"/>
      <p:bold r:id="rId28"/>
    </p:embeddedFont>
    <p:embeddedFont>
      <p:font typeface="IBM Plex Sans Medium"/>
      <p:regular r:id="rId29"/>
      <p:bold r:id="rId30"/>
      <p:italic r:id="rId31"/>
      <p:boldItalic r:id="rId32"/>
    </p:embeddedFont>
    <p:embeddedFont>
      <p:font typeface="Sora Light"/>
      <p:regular r:id="rId33"/>
      <p:bold r:id="rId34"/>
    </p:embeddedFont>
    <p:embeddedFont>
      <p:font typeface="Sora ExtraLight"/>
      <p:regular r:id="rId35"/>
      <p:bold r:id="rId36"/>
    </p:embeddedFont>
    <p:embeddedFont>
      <p:font typeface="Sora"/>
      <p:regular r:id="rId37"/>
      <p:bold r:id="rId38"/>
    </p:embeddedFont>
    <p:embeddedFont>
      <p:font typeface="Sora Medium"/>
      <p:regular r:id="rId39"/>
      <p:bold r:id="rId40"/>
    </p:embeddedFont>
    <p:embeddedFont>
      <p:font typeface="IBM Plex Sans SemiBol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Medium-bold.fntdata"/><Relationship Id="rId42" Type="http://schemas.openxmlformats.org/officeDocument/2006/relationships/font" Target="fonts/IBMPlexSansSemiBold-bold.fntdata"/><Relationship Id="rId41" Type="http://schemas.openxmlformats.org/officeDocument/2006/relationships/font" Target="fonts/IBMPlexSansSemiBold-regular.fntdata"/><Relationship Id="rId44" Type="http://schemas.openxmlformats.org/officeDocument/2006/relationships/font" Target="fonts/IBMPlexSansSemiBold-boldItalic.fntdata"/><Relationship Id="rId43" Type="http://schemas.openxmlformats.org/officeDocument/2006/relationships/font" Target="fonts/IBMPlexSans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IBMPlexSansMedium-italic.fntdata"/><Relationship Id="rId30" Type="http://schemas.openxmlformats.org/officeDocument/2006/relationships/font" Target="fonts/IBMPlexSansMedium-bold.fntdata"/><Relationship Id="rId33" Type="http://schemas.openxmlformats.org/officeDocument/2006/relationships/font" Target="fonts/SoraLight-regular.fntdata"/><Relationship Id="rId32" Type="http://schemas.openxmlformats.org/officeDocument/2006/relationships/font" Target="fonts/IBMPlexSansMedium-boldItalic.fntdata"/><Relationship Id="rId35" Type="http://schemas.openxmlformats.org/officeDocument/2006/relationships/font" Target="fonts/SoraExtraLight-regular.fntdata"/><Relationship Id="rId34" Type="http://schemas.openxmlformats.org/officeDocument/2006/relationships/font" Target="fonts/SoraLight-bold.fntdata"/><Relationship Id="rId37" Type="http://schemas.openxmlformats.org/officeDocument/2006/relationships/font" Target="fonts/Sora-regular.fntdata"/><Relationship Id="rId36" Type="http://schemas.openxmlformats.org/officeDocument/2006/relationships/font" Target="fonts/SoraExtraLight-bold.fntdata"/><Relationship Id="rId39" Type="http://schemas.openxmlformats.org/officeDocument/2006/relationships/font" Target="fonts/SoraMedium-regular.fntdata"/><Relationship Id="rId38" Type="http://schemas.openxmlformats.org/officeDocument/2006/relationships/font" Target="fonts/Sora-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IBMPlexSans-bold.fntdata"/><Relationship Id="rId23" Type="http://schemas.openxmlformats.org/officeDocument/2006/relationships/font" Target="fonts/IBMPlexSans-regular.fntdata"/><Relationship Id="rId26" Type="http://schemas.openxmlformats.org/officeDocument/2006/relationships/font" Target="fonts/IBMPlexSans-boldItalic.fntdata"/><Relationship Id="rId25" Type="http://schemas.openxmlformats.org/officeDocument/2006/relationships/font" Target="fonts/IBMPlexSans-italic.fntdata"/><Relationship Id="rId28" Type="http://schemas.openxmlformats.org/officeDocument/2006/relationships/font" Target="fonts/SoraSemiBold-bold.fntdata"/><Relationship Id="rId27" Type="http://schemas.openxmlformats.org/officeDocument/2006/relationships/font" Target="fonts/SoraSemiBold-regular.fntdata"/><Relationship Id="rId29" Type="http://schemas.openxmlformats.org/officeDocument/2006/relationships/font" Target="fonts/IBMPlexSansMedium-regular.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8" name="Shape 1808"/>
        <p:cNvGrpSpPr/>
        <p:nvPr/>
      </p:nvGrpSpPr>
      <p:grpSpPr>
        <a:xfrm>
          <a:off x="0" y="0"/>
          <a:ext cx="0" cy="0"/>
          <a:chOff x="0" y="0"/>
          <a:chExt cx="0" cy="0"/>
        </a:xfrm>
      </p:grpSpPr>
      <p:sp>
        <p:nvSpPr>
          <p:cNvPr id="1809" name="Google Shape;1809;h4710b9c69809fe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0" name="Google Shape;1810;h4710b9c69809fe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Joaquin: do introduction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h5bd4fc029d8fd695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7" name="Google Shape;1817;h5bd4fc029d8fd695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Joaquin: do introduction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h4710b9c69809fe99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5" name="Google Shape;1825;h4710b9c69809fe99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Joaquin</a:t>
            </a:r>
            <a:br>
              <a:rPr lang="en"/>
            </a:br>
            <a:r>
              <a:rPr lang="en"/>
              <a:t>Angular allow us to build SPAs websites that can have dynamically changing </a:t>
            </a:r>
            <a:r>
              <a:rPr lang="en">
                <a:solidFill>
                  <a:schemeClr val="dk1"/>
                </a:solidFill>
              </a:rPr>
              <a:t>content </a:t>
            </a:r>
            <a:r>
              <a:rPr lang="en"/>
              <a:t>without requiring </a:t>
            </a:r>
            <a:r>
              <a:rPr lang="en"/>
              <a:t>the page to refresh. The general trade-off is an initial load time with a quick runtime. Angular organizes the application into components, services and structures while providing tools to develop an interactive site.</a:t>
            </a:r>
            <a:br>
              <a:rPr lang="en"/>
            </a:br>
            <a:br>
              <a:rPr lang="en"/>
            </a:br>
            <a:r>
              <a:rPr lang="en"/>
              <a:t>TypeScript adds static typing to JavaScript. It’s used by Angular to add intractability and functionality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CSS is used to adds the visual element like shape, color, size and position allowing us to style the user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JSON is a lightweight data format used to store and exchange structured information. It organizes data into key-value pairs and arrays, making it easy for different parts of an application to read and exchange data.</a:t>
            </a:r>
            <a:br>
              <a:rPr lang="en"/>
            </a:br>
            <a:br>
              <a:rPr lang="en"/>
            </a:br>
            <a:r>
              <a:rPr lang="en"/>
              <a:t>GitHub provides a remote repository where we can store and share our project's code. It works with Git to track changes, manage branches, and allow team members to collaborate on the same project.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h4710b9c69809fe99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5" name="Google Shape;1845;h4710b9c69809fe99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hefac2a33e026121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hefac2a33e026121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h4710b9c69809fe99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6" name="Google Shape;1896;h4710b9c69809fe99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Taylor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7" name="Shape 1917"/>
        <p:cNvGrpSpPr/>
        <p:nvPr/>
      </p:nvGrpSpPr>
      <p:grpSpPr>
        <a:xfrm>
          <a:off x="0" y="0"/>
          <a:ext cx="0" cy="0"/>
          <a:chOff x="0" y="0"/>
          <a:chExt cx="0" cy="0"/>
        </a:xfrm>
      </p:grpSpPr>
      <p:sp>
        <p:nvSpPr>
          <p:cNvPr id="1918" name="Google Shape;1918;h3dcf1765a2802d65_9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9" name="Google Shape;1919;h3dcf1765a2802d65_9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5" name="Shape 1935"/>
        <p:cNvGrpSpPr/>
        <p:nvPr/>
      </p:nvGrpSpPr>
      <p:grpSpPr>
        <a:xfrm>
          <a:off x="0" y="0"/>
          <a:ext cx="0" cy="0"/>
          <a:chOff x="0" y="0"/>
          <a:chExt cx="0" cy="0"/>
        </a:xfrm>
      </p:grpSpPr>
      <p:sp>
        <p:nvSpPr>
          <p:cNvPr id="1936" name="Google Shape;1936;h4710b9c69809fe99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7" name="Google Shape;1937;h4710b9c69809fe99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Yoram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h4710b9c69809fe99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9" name="Google Shape;1949;h4710b9c69809fe99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Taylor: talk about the number validation directive</a:t>
            </a:r>
            <a:br>
              <a:rPr lang="en"/>
            </a:br>
            <a:br>
              <a:rPr lang="en"/>
            </a:br>
            <a:r>
              <a:rPr lang="en"/>
              <a:t>Jimmy</a:t>
            </a:r>
            <a:endParaRPr/>
          </a:p>
          <a:p>
            <a:pPr indent="0" lvl="0" marL="0" rtl="0" algn="l">
              <a:spcBef>
                <a:spcPts val="0"/>
              </a:spcBef>
              <a:spcAft>
                <a:spcPts val="0"/>
              </a:spcAft>
              <a:buNone/>
            </a:pPr>
            <a:r>
              <a:rPr lang="en"/>
              <a:t>The Transaction Center provides the user interface for the three main banking operations: deposits, withdrawals, and transfers. Each option allows the user to interact with their account through a consistent interface</a:t>
            </a:r>
            <a:endParaRPr/>
          </a:p>
          <a:p>
            <a:pPr indent="0" lvl="0" marL="0" rtl="0" algn="l">
              <a:spcBef>
                <a:spcPts val="0"/>
              </a:spcBef>
              <a:spcAft>
                <a:spcPts val="0"/>
              </a:spcAft>
              <a:buNone/>
            </a:pPr>
            <a:br>
              <a:rPr lang="en"/>
            </a:br>
            <a:r>
              <a:rPr lang="en"/>
              <a:t>The deposit feature allows users to add money to their account, while the withdrawal feature allows them to take money out. The transfer feature allows users to move money between accounts.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designed these interactions to be straightforward and consistent using the same angular material components as the dash and login, using popup dialog windows to guide users through entering the necessary information and completing each transaction.</a:t>
            </a:r>
            <a:br>
              <a:rPr lang="en"/>
            </a:br>
            <a:r>
              <a:rPr lang="en"/>
              <a:t>I’ll hand it off to Taylor to explain the validation..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h6c744dfd61973bef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1" name="Google Shape;1971;h6c744dfd61973bef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Taylor: talk about how it gets the data--held in authservice and transactionservice, will be able to access persisted data from a real backend , also pipes the amounts through our money formatter</a:t>
            </a:r>
            <a:endParaRPr/>
          </a:p>
          <a:p>
            <a:pPr indent="0" lvl="0" marL="0" rtl="0" algn="l">
              <a:spcBef>
                <a:spcPts val="0"/>
              </a:spcBef>
              <a:spcAft>
                <a:spcPts val="0"/>
              </a:spcAft>
              <a:buNone/>
            </a:pPr>
            <a:r>
              <a:rPr lang="en"/>
              <a:t>Joaquin: talk about UI</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1" name="Shape 1981"/>
        <p:cNvGrpSpPr/>
        <p:nvPr/>
      </p:nvGrpSpPr>
      <p:grpSpPr>
        <a:xfrm>
          <a:off x="0" y="0"/>
          <a:ext cx="0" cy="0"/>
          <a:chOff x="0" y="0"/>
          <a:chExt cx="0" cy="0"/>
        </a:xfrm>
      </p:grpSpPr>
      <p:sp>
        <p:nvSpPr>
          <p:cNvPr id="1982" name="Google Shape;1982;h4710b9c69809fe99_1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3" name="Google Shape;1983;h4710b9c69809fe99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Kenya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h5bd4fc029d8fd695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5" name="Google Shape;1995;h5bd4fc029d8fd695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Aarej</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6" name="Shape 2006"/>
        <p:cNvGrpSpPr/>
        <p:nvPr/>
      </p:nvGrpSpPr>
      <p:grpSpPr>
        <a:xfrm>
          <a:off x="0" y="0"/>
          <a:ext cx="0" cy="0"/>
          <a:chOff x="0" y="0"/>
          <a:chExt cx="0" cy="0"/>
        </a:xfrm>
      </p:grpSpPr>
      <p:sp>
        <p:nvSpPr>
          <p:cNvPr id="2007" name="Google Shape;2007;h5bd4fc029d8fd695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8" name="Google Shape;2008;h5bd4fc029d8fd695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Aarej</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1" name="Shape 2021"/>
        <p:cNvGrpSpPr/>
        <p:nvPr/>
      </p:nvGrpSpPr>
      <p:grpSpPr>
        <a:xfrm>
          <a:off x="0" y="0"/>
          <a:ext cx="0" cy="0"/>
          <a:chOff x="0" y="0"/>
          <a:chExt cx="0" cy="0"/>
        </a:xfrm>
      </p:grpSpPr>
      <p:sp>
        <p:nvSpPr>
          <p:cNvPr id="2022" name="Google Shape;2022;hefac2a33e026121_2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3" name="Google Shape;2023;hefac2a33e026121_2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6" name="Shape 2026"/>
        <p:cNvGrpSpPr/>
        <p:nvPr/>
      </p:nvGrpSpPr>
      <p:grpSpPr>
        <a:xfrm>
          <a:off x="0" y="0"/>
          <a:ext cx="0" cy="0"/>
          <a:chOff x="0" y="0"/>
          <a:chExt cx="0" cy="0"/>
        </a:xfrm>
      </p:grpSpPr>
      <p:sp>
        <p:nvSpPr>
          <p:cNvPr id="2027" name="Google Shape;2027;h4710b9c69809fe99_0_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8" name="Google Shape;2028;h4710b9c69809fe99_0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6" name="Google Shape;56;p1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1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8" name="Google Shape;58;p1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9" name="Google Shape;59;p14"/>
          <p:cNvGrpSpPr/>
          <p:nvPr/>
        </p:nvGrpSpPr>
        <p:grpSpPr>
          <a:xfrm flipH="1" rot="10800000">
            <a:off x="4395238" y="-11"/>
            <a:ext cx="4748757" cy="2797859"/>
            <a:chOff x="3200875" y="1642950"/>
            <a:chExt cx="5970275" cy="3517550"/>
          </a:xfrm>
        </p:grpSpPr>
        <p:sp>
          <p:nvSpPr>
            <p:cNvPr id="60" name="Google Shape;6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 name="Google Shape;82;p1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83"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1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1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 name="Google Shape;116;p1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7" name="Google Shape;117;p1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18" name="Google Shape;118;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19"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 name="Google Shape;147;p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1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52" name="Google Shape;152;p1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53" name="Google Shape;153;p1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54"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07" name="Google Shape;207;p1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08" name="Google Shape;208;p1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09" name="Google Shape;209;p1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0" name="Google Shape;210;p1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11" name="Shape 211"/>
        <p:cNvGrpSpPr/>
        <p:nvPr/>
      </p:nvGrpSpPr>
      <p:grpSpPr>
        <a:xfrm>
          <a:off x="0" y="0"/>
          <a:ext cx="0" cy="0"/>
          <a:chOff x="0" y="0"/>
          <a:chExt cx="0" cy="0"/>
        </a:xfrm>
      </p:grpSpPr>
      <p:sp>
        <p:nvSpPr>
          <p:cNvPr id="212" name="Google Shape;212;p1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3" name="Google Shape;213;p1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4" name="Google Shape;214;p1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5" name="Google Shape;215;p1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17" name="Google Shape;217;p18"/>
          <p:cNvSpPr/>
          <p:nvPr>
            <p:ph idx="2" type="pic"/>
          </p:nvPr>
        </p:nvSpPr>
        <p:spPr>
          <a:xfrm>
            <a:off x="225300" y="3132125"/>
            <a:ext cx="1849800" cy="1770300"/>
          </a:xfrm>
          <a:prstGeom prst="rect">
            <a:avLst/>
          </a:prstGeom>
          <a:noFill/>
          <a:ln>
            <a:noFill/>
          </a:ln>
        </p:spPr>
      </p:sp>
      <p:sp>
        <p:nvSpPr>
          <p:cNvPr id="218" name="Google Shape;218;p18"/>
          <p:cNvSpPr/>
          <p:nvPr>
            <p:ph idx="3" type="pic"/>
          </p:nvPr>
        </p:nvSpPr>
        <p:spPr>
          <a:xfrm>
            <a:off x="5262525" y="228600"/>
            <a:ext cx="1865100" cy="1790100"/>
          </a:xfrm>
          <a:prstGeom prst="rect">
            <a:avLst/>
          </a:prstGeom>
          <a:noFill/>
          <a:ln>
            <a:noFill/>
          </a:ln>
        </p:spPr>
      </p:sp>
      <p:sp>
        <p:nvSpPr>
          <p:cNvPr id="219" name="Google Shape;219;p18"/>
          <p:cNvSpPr/>
          <p:nvPr>
            <p:ph idx="4" type="pic"/>
          </p:nvPr>
        </p:nvSpPr>
        <p:spPr>
          <a:xfrm>
            <a:off x="7281675" y="228600"/>
            <a:ext cx="1849800" cy="1790100"/>
          </a:xfrm>
          <a:prstGeom prst="rect">
            <a:avLst/>
          </a:prstGeom>
          <a:noFill/>
          <a:ln>
            <a:noFill/>
          </a:ln>
        </p:spPr>
      </p:sp>
      <p:sp>
        <p:nvSpPr>
          <p:cNvPr id="220" name="Google Shape;220;p1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1" name="Google Shape;221;p1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2" name="Google Shape;222;p1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23" name="Google Shape;223;p1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24" name="Google Shape;224;p1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29"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33" name="Google Shape;233;p1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4" name="Google Shape;234;p1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35" name="Google Shape;235;p1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36" name="Google Shape;236;p1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37" name="Shape 237"/>
        <p:cNvGrpSpPr/>
        <p:nvPr/>
      </p:nvGrpSpPr>
      <p:grpSpPr>
        <a:xfrm>
          <a:off x="0" y="0"/>
          <a:ext cx="0" cy="0"/>
          <a:chOff x="0" y="0"/>
          <a:chExt cx="0" cy="0"/>
        </a:xfrm>
      </p:grpSpPr>
      <p:sp>
        <p:nvSpPr>
          <p:cNvPr id="238" name="Google Shape;238;p2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flipH="1" rot="10800000">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47" name="Google Shape;247;p20"/>
            <p:cNvGrpSpPr/>
            <p:nvPr/>
          </p:nvGrpSpPr>
          <p:grpSpPr>
            <a:xfrm flipH="1" rot="10800000">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3" name="Google Shape;253;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4" name="Google Shape;254;p2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55" name="Google Shape;255;p2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7" name="Google Shape;257;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58" name="Google Shape;258;p2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59" name="Google Shape;259;p2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60" name="Shape 260"/>
        <p:cNvGrpSpPr/>
        <p:nvPr/>
      </p:nvGrpSpPr>
      <p:grpSpPr>
        <a:xfrm>
          <a:off x="0" y="0"/>
          <a:ext cx="0" cy="0"/>
          <a:chOff x="0" y="0"/>
          <a:chExt cx="0" cy="0"/>
        </a:xfrm>
      </p:grpSpPr>
      <p:sp>
        <p:nvSpPr>
          <p:cNvPr id="261" name="Google Shape;261;p2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2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64" name="Google Shape;264;p2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66"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84" name="Google Shape;284;p2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2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6" name="Google Shape;286;p2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87" name="Shape 287"/>
        <p:cNvGrpSpPr/>
        <p:nvPr/>
      </p:nvGrpSpPr>
      <p:grpSpPr>
        <a:xfrm>
          <a:off x="0" y="0"/>
          <a:ext cx="0" cy="0"/>
          <a:chOff x="0" y="0"/>
          <a:chExt cx="0" cy="0"/>
        </a:xfrm>
      </p:grpSpPr>
      <p:sp>
        <p:nvSpPr>
          <p:cNvPr id="288" name="Google Shape;288;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90" name="Google Shape;290;p23"/>
          <p:cNvGrpSpPr/>
          <p:nvPr/>
        </p:nvGrpSpPr>
        <p:grpSpPr>
          <a:xfrm flipH="1" rot="10800000">
            <a:off x="6179902" y="24"/>
            <a:ext cx="2963226" cy="1495659"/>
            <a:chOff x="4306084" y="2701610"/>
            <a:chExt cx="4837921" cy="2441893"/>
          </a:xfrm>
        </p:grpSpPr>
        <p:sp>
          <p:nvSpPr>
            <p:cNvPr id="291" name="Google Shape;291;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94" name="Google Shape;294;p2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2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2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03" name="Google Shape;303;p2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04" name="Shape 304"/>
        <p:cNvGrpSpPr/>
        <p:nvPr/>
      </p:nvGrpSpPr>
      <p:grpSpPr>
        <a:xfrm>
          <a:off x="0" y="0"/>
          <a:ext cx="0" cy="0"/>
          <a:chOff x="0" y="0"/>
          <a:chExt cx="0" cy="0"/>
        </a:xfrm>
      </p:grpSpPr>
      <p:sp>
        <p:nvSpPr>
          <p:cNvPr id="305" name="Google Shape;305;p2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07" name="Google Shape;307;p2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08" name="Google Shape;308;p2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09" name="Google Shape;309;p2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2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1" name="Google Shape;311;p2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2" name="Google Shape;312;p2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3" name="Google Shape;313;p2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4" name="Google Shape;314;p2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5" name="Google Shape;315;p2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18" name="Google Shape;318;p2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19" name="Google Shape;319;p2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20" name="Google Shape;320;p2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21" name="Shape 321"/>
        <p:cNvGrpSpPr/>
        <p:nvPr/>
      </p:nvGrpSpPr>
      <p:grpSpPr>
        <a:xfrm>
          <a:off x="0" y="0"/>
          <a:ext cx="0" cy="0"/>
          <a:chOff x="0" y="0"/>
          <a:chExt cx="0" cy="0"/>
        </a:xfrm>
      </p:grpSpPr>
      <p:sp>
        <p:nvSpPr>
          <p:cNvPr id="322" name="Google Shape;322;p2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27" name="Google Shape;327;p2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8" name="Google Shape;328;p2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9" name="Google Shape;329;p2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30" name="Google Shape;330;p2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31" name="Google Shape;331;p2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32" name="Google Shape;332;p2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33"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53" name="Google Shape;353;p2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54" name="Google Shape;354;p2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55" name="Google Shape;355;p2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56" name="Google Shape;356;p2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57" name="Google Shape;357;p2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58" name="Shape 358"/>
        <p:cNvGrpSpPr/>
        <p:nvPr/>
      </p:nvGrpSpPr>
      <p:grpSpPr>
        <a:xfrm>
          <a:off x="0" y="0"/>
          <a:ext cx="0" cy="0"/>
          <a:chOff x="0" y="0"/>
          <a:chExt cx="0" cy="0"/>
        </a:xfrm>
      </p:grpSpPr>
      <p:sp>
        <p:nvSpPr>
          <p:cNvPr id="359" name="Google Shape;359;p2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0" name="Google Shape;360;p2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2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63"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5" name="Google Shape;365;p2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66" name="Google Shape;366;p2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7" name="Google Shape;367;p2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8" name="Google Shape;368;p2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9" name="Google Shape;369;p2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0" name="Google Shape;370;p2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1" name="Google Shape;371;p2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72" name="Google Shape;372;p2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2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5" name="Google Shape;375;p2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76" name="Google Shape;376;p2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7" name="Google Shape;377;p2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8" name="Google Shape;378;p2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9" name="Google Shape;379;p2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0" name="Google Shape;380;p2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1" name="Google Shape;381;p2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2" name="Google Shape;382;p2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3" name="Google Shape;383;p2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84" name="Google Shape;384;p2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85"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87" name="Google Shape;387;p2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8" name="Google Shape;388;p2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9" name="Google Shape;389;p2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90" name="Google Shape;390;p2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91" name="Google Shape;391;p2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2" name="Google Shape;392;p2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3" name="Google Shape;393;p2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4" name="Google Shape;394;p2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7" name="Google Shape;397;p2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98" name="Google Shape;398;p2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99" name="Google Shape;399;p2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0" name="Google Shape;400;p2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1" name="Google Shape;401;p2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2" name="Google Shape;402;p2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3" name="Google Shape;403;p2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4" name="Google Shape;404;p2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5" name="Google Shape;405;p2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6" name="Google Shape;406;p2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07" name="Shape 407"/>
        <p:cNvGrpSpPr/>
        <p:nvPr/>
      </p:nvGrpSpPr>
      <p:grpSpPr>
        <a:xfrm>
          <a:off x="0" y="0"/>
          <a:ext cx="0" cy="0"/>
          <a:chOff x="0" y="0"/>
          <a:chExt cx="0" cy="0"/>
        </a:xfrm>
      </p:grpSpPr>
      <p:sp>
        <p:nvSpPr>
          <p:cNvPr id="408" name="Google Shape;408;p3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8" name="Google Shape;428;p3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29" name="Google Shape;429;p3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30" name="Google Shape;430;p30"/>
          <p:cNvSpPr/>
          <p:nvPr>
            <p:ph idx="3" type="pic"/>
          </p:nvPr>
        </p:nvSpPr>
        <p:spPr>
          <a:xfrm>
            <a:off x="227225" y="1832375"/>
            <a:ext cx="821100" cy="785400"/>
          </a:xfrm>
          <a:prstGeom prst="rect">
            <a:avLst/>
          </a:prstGeom>
          <a:noFill/>
          <a:ln>
            <a:noFill/>
          </a:ln>
        </p:spPr>
      </p:sp>
      <p:sp>
        <p:nvSpPr>
          <p:cNvPr id="431" name="Google Shape;431;p30"/>
          <p:cNvSpPr/>
          <p:nvPr>
            <p:ph idx="4" type="pic"/>
          </p:nvPr>
        </p:nvSpPr>
        <p:spPr>
          <a:xfrm>
            <a:off x="227225" y="2672425"/>
            <a:ext cx="821100" cy="785400"/>
          </a:xfrm>
          <a:prstGeom prst="rect">
            <a:avLst/>
          </a:prstGeom>
          <a:noFill/>
          <a:ln>
            <a:noFill/>
          </a:ln>
        </p:spPr>
      </p:sp>
      <p:sp>
        <p:nvSpPr>
          <p:cNvPr id="432" name="Google Shape;432;p30"/>
          <p:cNvSpPr/>
          <p:nvPr>
            <p:ph idx="5" type="pic"/>
          </p:nvPr>
        </p:nvSpPr>
        <p:spPr>
          <a:xfrm>
            <a:off x="227225" y="3512475"/>
            <a:ext cx="821100" cy="785400"/>
          </a:xfrm>
          <a:prstGeom prst="rect">
            <a:avLst/>
          </a:prstGeom>
          <a:noFill/>
          <a:ln>
            <a:noFill/>
          </a:ln>
        </p:spPr>
      </p:sp>
      <p:sp>
        <p:nvSpPr>
          <p:cNvPr id="433" name="Google Shape;433;p3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4" name="Google Shape;434;p3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5" name="Google Shape;435;p3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6" name="Google Shape;436;p3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37" name="Google Shape;437;p3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8" name="Google Shape;438;p3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9" name="Google Shape;439;p3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40" name="Google Shape;440;p3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41" name="Google Shape;441;p3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42" name="Shape 442"/>
        <p:cNvGrpSpPr/>
        <p:nvPr/>
      </p:nvGrpSpPr>
      <p:grpSpPr>
        <a:xfrm>
          <a:off x="0" y="0"/>
          <a:ext cx="0" cy="0"/>
          <a:chOff x="0" y="0"/>
          <a:chExt cx="0" cy="0"/>
        </a:xfrm>
      </p:grpSpPr>
      <p:sp>
        <p:nvSpPr>
          <p:cNvPr id="443" name="Google Shape;443;p3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4" name="Google Shape;444;p3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5" name="Google Shape;445;p3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6" name="Google Shape;446;p3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7" name="Google Shape;447;p3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8" name="Google Shape;448;p3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9" name="Google Shape;449;p3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0" name="Google Shape;450;p3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1" name="Google Shape;451;p3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2" name="Google Shape;452;p3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3" name="Google Shape;453;p3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4" name="Google Shape;454;p3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5" name="Google Shape;455;p3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6" name="Google Shape;456;p3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7" name="Google Shape;457;p3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8" name="Google Shape;458;p3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59" name="Google Shape;459;p3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60" name="Google Shape;460;p3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61" name="Shape 461"/>
        <p:cNvGrpSpPr/>
        <p:nvPr/>
      </p:nvGrpSpPr>
      <p:grpSpPr>
        <a:xfrm>
          <a:off x="0" y="0"/>
          <a:ext cx="0" cy="0"/>
          <a:chOff x="0" y="0"/>
          <a:chExt cx="0" cy="0"/>
        </a:xfrm>
      </p:grpSpPr>
      <p:sp>
        <p:nvSpPr>
          <p:cNvPr id="462" name="Google Shape;462;p3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5" name="Google Shape;465;p3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66" name="Google Shape;466;p3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7" name="Google Shape;467;p3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8" name="Google Shape;468;p3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9" name="Google Shape;469;p3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0" name="Google Shape;470;p3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1" name="Google Shape;471;p3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2" name="Google Shape;472;p3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3" name="Google Shape;473;p3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4" name="Google Shape;474;p3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75" name="Google Shape;475;p3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6" name="Google Shape;476;p3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77"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95" name="Google Shape;495;p3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6" name="Google Shape;496;p3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98" name="Google Shape;498;p3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9" name="Google Shape;499;p3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01" name="Google Shape;501;p3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02"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5" name="Google Shape;525;p3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6" name="Google Shape;526;p3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527" name="Google Shape;527;p3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28" name="Google Shape;528;p3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29" name="Google Shape;529;p3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0" name="Google Shape;530;p3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1" name="Google Shape;531;p3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2" name="Google Shape;532;p3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3" name="Google Shape;533;p3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4" name="Google Shape;534;p3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3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6" name="Google Shape;536;p3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7" name="Google Shape;537;p3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8" name="Google Shape;538;p3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39"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6" name="Google Shape;566;p35"/>
          <p:cNvGrpSpPr/>
          <p:nvPr/>
        </p:nvGrpSpPr>
        <p:grpSpPr>
          <a:xfrm flipH="1" rot="5400000">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96" name="Google Shape;596;p3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97" name="Google Shape;597;p3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8" name="Google Shape;598;p3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9" name="Google Shape;599;p3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0" name="Google Shape;600;p3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1" name="Google Shape;601;p3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2" name="Google Shape;602;p3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3" name="Google Shape;603;p3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4" name="Google Shape;604;p3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5" name="Google Shape;605;p3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6" name="Google Shape;606;p3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7" name="Google Shape;607;p3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8" name="Google Shape;608;p3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9" name="Google Shape;609;p3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10"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2" name="Google Shape;612;p36"/>
          <p:cNvSpPr/>
          <p:nvPr>
            <p:ph idx="2" type="pic"/>
          </p:nvPr>
        </p:nvSpPr>
        <p:spPr>
          <a:xfrm>
            <a:off x="6702600" y="-16150"/>
            <a:ext cx="2441400" cy="2574600"/>
          </a:xfrm>
          <a:prstGeom prst="rect">
            <a:avLst/>
          </a:prstGeom>
          <a:noFill/>
          <a:ln>
            <a:noFill/>
          </a:ln>
        </p:spPr>
      </p:sp>
      <p:sp>
        <p:nvSpPr>
          <p:cNvPr id="613" name="Google Shape;613;p3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14" name="Google Shape;614;p3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15" name="Google Shape;615;p3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6" name="Google Shape;616;p3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7" name="Google Shape;617;p3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8" name="Google Shape;618;p3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19" name="Google Shape;619;p3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20" name="Google Shape;620;p3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21" name="Google Shape;621;p3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22" name="Google Shape;622;p3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3" name="Google Shape;623;p3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4" name="Google Shape;624;p3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5" name="Google Shape;625;p3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6" name="Google Shape;626;p3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7" name="Google Shape;627;p3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29" name="Shape 629"/>
        <p:cNvGrpSpPr/>
        <p:nvPr/>
      </p:nvGrpSpPr>
      <p:grpSpPr>
        <a:xfrm>
          <a:off x="0" y="0"/>
          <a:ext cx="0" cy="0"/>
          <a:chOff x="0" y="0"/>
          <a:chExt cx="0" cy="0"/>
        </a:xfrm>
      </p:grpSpPr>
      <p:sp>
        <p:nvSpPr>
          <p:cNvPr id="630" name="Google Shape;630;p3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3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32" name="Google Shape;632;p37"/>
          <p:cNvSpPr/>
          <p:nvPr>
            <p:ph idx="2" type="pic"/>
          </p:nvPr>
        </p:nvSpPr>
        <p:spPr>
          <a:xfrm>
            <a:off x="5457500" y="0"/>
            <a:ext cx="3686400" cy="5143500"/>
          </a:xfrm>
          <a:prstGeom prst="rect">
            <a:avLst/>
          </a:prstGeom>
          <a:noFill/>
          <a:ln>
            <a:noFill/>
          </a:ln>
        </p:spPr>
      </p:sp>
      <p:sp>
        <p:nvSpPr>
          <p:cNvPr id="633" name="Google Shape;633;p3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34" name="Google Shape;634;p3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35" name="Google Shape;635;p3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6" name="Google Shape;636;p3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7" name="Google Shape;637;p3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38"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7" name="Google Shape;657;p3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8" name="Google Shape;658;p3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59" name="Google Shape;659;p3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60" name="Google Shape;660;p3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61" name="Google Shape;661;p3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2" name="Google Shape;662;p3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3" name="Google Shape;663;p3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4" name="Google Shape;664;p3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5" name="Google Shape;665;p3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6" name="Google Shape;666;p3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7" name="Google Shape;667;p3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68"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3" name="Google Shape;683;p3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84" name="Google Shape;684;p3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85" name="Google Shape;685;p3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6" name="Google Shape;686;p3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7" name="Google Shape;687;p3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8" name="Google Shape;688;p3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9" name="Google Shape;689;p3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90" name="Google Shape;690;p3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7" name="Google Shape;707;p3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8" name="Google Shape;708;p3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09" name="Google Shape;709;p3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710" name="Google Shape;710;p3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2" name="Google Shape;712;p3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3" name="Google Shape;713;p3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4" name="Google Shape;714;p3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15" name="Google Shape;715;p3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6" name="Google Shape;716;p3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7" name="Google Shape;717;p3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18" name="Shape 718"/>
        <p:cNvGrpSpPr/>
        <p:nvPr/>
      </p:nvGrpSpPr>
      <p:grpSpPr>
        <a:xfrm>
          <a:off x="0" y="0"/>
          <a:ext cx="0" cy="0"/>
          <a:chOff x="0" y="0"/>
          <a:chExt cx="0" cy="0"/>
        </a:xfrm>
      </p:grpSpPr>
      <p:sp>
        <p:nvSpPr>
          <p:cNvPr id="719" name="Google Shape;719;p4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0" name="Google Shape;720;p4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1" name="Google Shape;721;p4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2" name="Google Shape;722;p4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2" name="Google Shape;742;p4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4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4" name="Google Shape;744;p4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5" name="Google Shape;745;p4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6" name="Google Shape;746;p4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4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48" name="Google Shape;748;p4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49" name="Google Shape;749;p4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4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1" name="Google Shape;751;p4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2" name="Google Shape;752;p4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4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54" name="Shape 754"/>
        <p:cNvGrpSpPr/>
        <p:nvPr/>
      </p:nvGrpSpPr>
      <p:grpSpPr>
        <a:xfrm>
          <a:off x="0" y="0"/>
          <a:ext cx="0" cy="0"/>
          <a:chOff x="0" y="0"/>
          <a:chExt cx="0" cy="0"/>
        </a:xfrm>
      </p:grpSpPr>
      <p:sp>
        <p:nvSpPr>
          <p:cNvPr id="755" name="Google Shape;755;p4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6" name="Google Shape;756;p4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7" name="Google Shape;757;p4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8" name="Google Shape;758;p4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9" name="Google Shape;759;p4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0" name="Google Shape;760;p4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61" name="Google Shape;761;p4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81" name="Google Shape;781;p4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2" name="Google Shape;782;p4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3" name="Google Shape;783;p4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4" name="Google Shape;784;p4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5" name="Google Shape;785;p4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6" name="Google Shape;786;p4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7" name="Google Shape;787;p4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8" name="Google Shape;788;p4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9" name="Google Shape;789;p4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0" name="Google Shape;790;p4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1" name="Google Shape;791;p4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2" name="Google Shape;792;p4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3" name="Google Shape;793;p4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94" name="Google Shape;794;p4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4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1" name="Google Shape;821;p42"/>
          <p:cNvSpPr/>
          <p:nvPr>
            <p:ph idx="2" type="pic"/>
          </p:nvPr>
        </p:nvSpPr>
        <p:spPr>
          <a:xfrm>
            <a:off x="1200750" y="984738"/>
            <a:ext cx="1649400" cy="1649400"/>
          </a:xfrm>
          <a:prstGeom prst="ellipse">
            <a:avLst/>
          </a:prstGeom>
          <a:noFill/>
          <a:ln>
            <a:noFill/>
          </a:ln>
        </p:spPr>
      </p:sp>
      <p:sp>
        <p:nvSpPr>
          <p:cNvPr id="822" name="Google Shape;822;p42"/>
          <p:cNvSpPr/>
          <p:nvPr>
            <p:ph idx="3" type="pic"/>
          </p:nvPr>
        </p:nvSpPr>
        <p:spPr>
          <a:xfrm>
            <a:off x="3747300" y="921988"/>
            <a:ext cx="1649400" cy="1649400"/>
          </a:xfrm>
          <a:prstGeom prst="ellipse">
            <a:avLst/>
          </a:prstGeom>
          <a:noFill/>
          <a:ln>
            <a:noFill/>
          </a:ln>
        </p:spPr>
      </p:sp>
      <p:sp>
        <p:nvSpPr>
          <p:cNvPr id="823" name="Google Shape;823;p42"/>
          <p:cNvSpPr/>
          <p:nvPr>
            <p:ph idx="4" type="pic"/>
          </p:nvPr>
        </p:nvSpPr>
        <p:spPr>
          <a:xfrm>
            <a:off x="6080650" y="941438"/>
            <a:ext cx="1649400" cy="1649400"/>
          </a:xfrm>
          <a:prstGeom prst="ellipse">
            <a:avLst/>
          </a:prstGeom>
          <a:noFill/>
          <a:ln>
            <a:noFill/>
          </a:ln>
        </p:spPr>
      </p:sp>
      <p:sp>
        <p:nvSpPr>
          <p:cNvPr id="824" name="Google Shape;824;p4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5" name="Google Shape;825;p4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6" name="Google Shape;826;p4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7" name="Google Shape;827;p4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8" name="Google Shape;828;p4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9" name="Google Shape;829;p4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30" name="Google Shape;830;p4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31" name="Google Shape;831;p4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2" name="Shape 832"/>
        <p:cNvGrpSpPr/>
        <p:nvPr/>
      </p:nvGrpSpPr>
      <p:grpSpPr>
        <a:xfrm>
          <a:off x="0" y="0"/>
          <a:ext cx="0" cy="0"/>
          <a:chOff x="0" y="0"/>
          <a:chExt cx="0" cy="0"/>
        </a:xfrm>
      </p:grpSpPr>
      <p:sp>
        <p:nvSpPr>
          <p:cNvPr id="833" name="Google Shape;833;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34" name="Google Shape;834;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5" name="Shape 835"/>
        <p:cNvGrpSpPr/>
        <p:nvPr/>
      </p:nvGrpSpPr>
      <p:grpSpPr>
        <a:xfrm>
          <a:off x="0" y="0"/>
          <a:ext cx="0" cy="0"/>
          <a:chOff x="0" y="0"/>
          <a:chExt cx="0" cy="0"/>
        </a:xfrm>
      </p:grpSpPr>
      <p:sp>
        <p:nvSpPr>
          <p:cNvPr id="836" name="Google Shape;836;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37" name="Shape 837"/>
        <p:cNvGrpSpPr/>
        <p:nvPr/>
      </p:nvGrpSpPr>
      <p:grpSpPr>
        <a:xfrm>
          <a:off x="0" y="0"/>
          <a:ext cx="0" cy="0"/>
          <a:chOff x="0" y="0"/>
          <a:chExt cx="0" cy="0"/>
        </a:xfrm>
      </p:grpSpPr>
      <p:sp>
        <p:nvSpPr>
          <p:cNvPr id="838" name="Google Shape;8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9" name="Google Shape;83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40" name="Shape 840"/>
        <p:cNvGrpSpPr/>
        <p:nvPr/>
      </p:nvGrpSpPr>
      <p:grpSpPr>
        <a:xfrm>
          <a:off x="0" y="0"/>
          <a:ext cx="0" cy="0"/>
          <a:chOff x="0" y="0"/>
          <a:chExt cx="0" cy="0"/>
        </a:xfrm>
      </p:grpSpPr>
      <p:sp>
        <p:nvSpPr>
          <p:cNvPr id="841" name="Google Shape;8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2" name="Google Shape;842;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4" name="Shape 844"/>
        <p:cNvGrpSpPr/>
        <p:nvPr/>
      </p:nvGrpSpPr>
      <p:grpSpPr>
        <a:xfrm>
          <a:off x="0" y="0"/>
          <a:ext cx="0" cy="0"/>
          <a:chOff x="0" y="0"/>
          <a:chExt cx="0" cy="0"/>
        </a:xfrm>
      </p:grpSpPr>
      <p:sp>
        <p:nvSpPr>
          <p:cNvPr id="845" name="Google Shape;8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46" name="Shape 846"/>
        <p:cNvGrpSpPr/>
        <p:nvPr/>
      </p:nvGrpSpPr>
      <p:grpSpPr>
        <a:xfrm>
          <a:off x="0" y="0"/>
          <a:ext cx="0" cy="0"/>
          <a:chOff x="0" y="0"/>
          <a:chExt cx="0" cy="0"/>
        </a:xfrm>
      </p:grpSpPr>
      <p:sp>
        <p:nvSpPr>
          <p:cNvPr id="847" name="Google Shape;847;p4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48" name="Google Shape;848;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9" name="Shape 849"/>
        <p:cNvGrpSpPr/>
        <p:nvPr/>
      </p:nvGrpSpPr>
      <p:grpSpPr>
        <a:xfrm>
          <a:off x="0" y="0"/>
          <a:ext cx="0" cy="0"/>
          <a:chOff x="0" y="0"/>
          <a:chExt cx="0" cy="0"/>
        </a:xfrm>
      </p:grpSpPr>
      <p:sp>
        <p:nvSpPr>
          <p:cNvPr id="850" name="Google Shape;850;p4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51" name="Shape 851"/>
        <p:cNvGrpSpPr/>
        <p:nvPr/>
      </p:nvGrpSpPr>
      <p:grpSpPr>
        <a:xfrm>
          <a:off x="0" y="0"/>
          <a:ext cx="0" cy="0"/>
          <a:chOff x="0" y="0"/>
          <a:chExt cx="0" cy="0"/>
        </a:xfrm>
      </p:grpSpPr>
      <p:sp>
        <p:nvSpPr>
          <p:cNvPr id="852" name="Google Shape;852;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53" name="Google Shape;853;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4" name="Google Shape;854;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5" name="Shape 855"/>
        <p:cNvGrpSpPr/>
        <p:nvPr/>
      </p:nvGrpSpPr>
      <p:grpSpPr>
        <a:xfrm>
          <a:off x="0" y="0"/>
          <a:ext cx="0" cy="0"/>
          <a:chOff x="0" y="0"/>
          <a:chExt cx="0" cy="0"/>
        </a:xfrm>
      </p:grpSpPr>
      <p:sp>
        <p:nvSpPr>
          <p:cNvPr id="856" name="Google Shape;856;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7"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8" name="Shape 858"/>
        <p:cNvGrpSpPr/>
        <p:nvPr/>
      </p:nvGrpSpPr>
      <p:grpSpPr>
        <a:xfrm>
          <a:off x="0" y="0"/>
          <a:ext cx="0" cy="0"/>
          <a:chOff x="0" y="0"/>
          <a:chExt cx="0" cy="0"/>
        </a:xfrm>
      </p:grpSpPr>
      <p:sp>
        <p:nvSpPr>
          <p:cNvPr id="859" name="Google Shape;859;p5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0" name="Google Shape;860;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1" name="Google Shape;861;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2" name="Google Shape;862;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3" name="Google Shape;863;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4" name="Google Shape;864;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5" name="Google Shape;865;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6" name="Shape 866"/>
        <p:cNvGrpSpPr/>
        <p:nvPr/>
      </p:nvGrpSpPr>
      <p:grpSpPr>
        <a:xfrm>
          <a:off x="0" y="0"/>
          <a:ext cx="0" cy="0"/>
          <a:chOff x="0" y="0"/>
          <a:chExt cx="0" cy="0"/>
        </a:xfrm>
      </p:grpSpPr>
      <p:sp>
        <p:nvSpPr>
          <p:cNvPr id="867" name="Google Shape;86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5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9" name="Google Shape;869;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70" name="Shape 870"/>
        <p:cNvGrpSpPr/>
        <p:nvPr/>
      </p:nvGrpSpPr>
      <p:grpSpPr>
        <a:xfrm>
          <a:off x="0" y="0"/>
          <a:ext cx="0" cy="0"/>
          <a:chOff x="0" y="0"/>
          <a:chExt cx="0" cy="0"/>
        </a:xfrm>
      </p:grpSpPr>
      <p:sp>
        <p:nvSpPr>
          <p:cNvPr id="871" name="Google Shape;871;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2" name="Google Shape;872;p5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3" name="Google Shape;873;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75" name="Google Shape;875;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6" name="Shape 876"/>
        <p:cNvGrpSpPr/>
        <p:nvPr/>
      </p:nvGrpSpPr>
      <p:grpSpPr>
        <a:xfrm>
          <a:off x="0" y="0"/>
          <a:ext cx="0" cy="0"/>
          <a:chOff x="0" y="0"/>
          <a:chExt cx="0" cy="0"/>
        </a:xfrm>
      </p:grpSpPr>
      <p:sp>
        <p:nvSpPr>
          <p:cNvPr id="877" name="Google Shape;877;p5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8" name="Google Shape;878;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9" name="Google Shape;879;p5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0" name="Google Shape;880;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1" name="Google Shape;881;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2" name="Google Shape;882;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3" name="Google Shape;883;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84" name="Shape 884"/>
        <p:cNvGrpSpPr/>
        <p:nvPr/>
      </p:nvGrpSpPr>
      <p:grpSpPr>
        <a:xfrm>
          <a:off x="0" y="0"/>
          <a:ext cx="0" cy="0"/>
          <a:chOff x="0" y="0"/>
          <a:chExt cx="0" cy="0"/>
        </a:xfrm>
      </p:grpSpPr>
      <p:sp>
        <p:nvSpPr>
          <p:cNvPr id="885" name="Google Shape;885;p5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86" name="Google Shape;886;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7" name="Google Shape;887;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8" name="Google Shape;888;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9" name="Google Shape;889;p5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1" name="Google Shape;891;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94" name="Shape 894"/>
        <p:cNvGrpSpPr/>
        <p:nvPr/>
      </p:nvGrpSpPr>
      <p:grpSpPr>
        <a:xfrm>
          <a:off x="0" y="0"/>
          <a:ext cx="0" cy="0"/>
          <a:chOff x="0" y="0"/>
          <a:chExt cx="0" cy="0"/>
        </a:xfrm>
      </p:grpSpPr>
      <p:sp>
        <p:nvSpPr>
          <p:cNvPr id="895" name="Google Shape;89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6" name="Google Shape;896;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7" name="Shape 897"/>
        <p:cNvGrpSpPr/>
        <p:nvPr/>
      </p:nvGrpSpPr>
      <p:grpSpPr>
        <a:xfrm>
          <a:off x="0" y="0"/>
          <a:ext cx="0" cy="0"/>
          <a:chOff x="0" y="0"/>
          <a:chExt cx="0" cy="0"/>
        </a:xfrm>
      </p:grpSpPr>
      <p:sp>
        <p:nvSpPr>
          <p:cNvPr id="898" name="Google Shape;898;p5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99" name="Google Shape;899;p59"/>
          <p:cNvSpPr/>
          <p:nvPr>
            <p:ph idx="2" type="pic"/>
          </p:nvPr>
        </p:nvSpPr>
        <p:spPr>
          <a:xfrm>
            <a:off x="4804825" y="1133300"/>
            <a:ext cx="4027500" cy="2392800"/>
          </a:xfrm>
          <a:prstGeom prst="rect">
            <a:avLst/>
          </a:prstGeom>
          <a:noFill/>
          <a:ln>
            <a:noFill/>
          </a:ln>
        </p:spPr>
      </p:sp>
      <p:sp>
        <p:nvSpPr>
          <p:cNvPr id="900" name="Google Shape;900;p59"/>
          <p:cNvSpPr/>
          <p:nvPr>
            <p:ph idx="3" type="pic"/>
          </p:nvPr>
        </p:nvSpPr>
        <p:spPr>
          <a:xfrm>
            <a:off x="311725" y="1133300"/>
            <a:ext cx="4027500" cy="2392800"/>
          </a:xfrm>
          <a:prstGeom prst="rect">
            <a:avLst/>
          </a:prstGeom>
          <a:noFill/>
          <a:ln>
            <a:noFill/>
          </a:ln>
        </p:spPr>
      </p:sp>
      <p:sp>
        <p:nvSpPr>
          <p:cNvPr id="901" name="Google Shape;901;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2" name="Google Shape;90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04" name="Google Shape;904;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05" name="Shape 905"/>
        <p:cNvGrpSpPr/>
        <p:nvPr/>
      </p:nvGrpSpPr>
      <p:grpSpPr>
        <a:xfrm>
          <a:off x="0" y="0"/>
          <a:ext cx="0" cy="0"/>
          <a:chOff x="0" y="0"/>
          <a:chExt cx="0" cy="0"/>
        </a:xfrm>
      </p:grpSpPr>
      <p:sp>
        <p:nvSpPr>
          <p:cNvPr id="906" name="Google Shape;906;p6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7" name="Google Shape;907;p60"/>
          <p:cNvSpPr/>
          <p:nvPr>
            <p:ph idx="2" type="pic"/>
          </p:nvPr>
        </p:nvSpPr>
        <p:spPr>
          <a:xfrm>
            <a:off x="6205225" y="1128325"/>
            <a:ext cx="2627100" cy="2273100"/>
          </a:xfrm>
          <a:prstGeom prst="rect">
            <a:avLst/>
          </a:prstGeom>
          <a:noFill/>
          <a:ln>
            <a:noFill/>
          </a:ln>
        </p:spPr>
      </p:sp>
      <p:sp>
        <p:nvSpPr>
          <p:cNvPr id="908" name="Google Shape;908;p60"/>
          <p:cNvSpPr/>
          <p:nvPr>
            <p:ph idx="3" type="pic"/>
          </p:nvPr>
        </p:nvSpPr>
        <p:spPr>
          <a:xfrm>
            <a:off x="311725" y="1128325"/>
            <a:ext cx="2627100" cy="2273100"/>
          </a:xfrm>
          <a:prstGeom prst="rect">
            <a:avLst/>
          </a:prstGeom>
          <a:noFill/>
          <a:ln>
            <a:noFill/>
          </a:ln>
        </p:spPr>
      </p:sp>
      <p:sp>
        <p:nvSpPr>
          <p:cNvPr id="909" name="Google Shape;909;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60"/>
          <p:cNvSpPr/>
          <p:nvPr>
            <p:ph idx="5" type="pic"/>
          </p:nvPr>
        </p:nvSpPr>
        <p:spPr>
          <a:xfrm>
            <a:off x="3255250" y="1128325"/>
            <a:ext cx="2627100" cy="2273100"/>
          </a:xfrm>
          <a:prstGeom prst="rect">
            <a:avLst/>
          </a:prstGeom>
          <a:noFill/>
          <a:ln>
            <a:noFill/>
          </a:ln>
        </p:spPr>
      </p:sp>
      <p:sp>
        <p:nvSpPr>
          <p:cNvPr id="911" name="Google Shape;911;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2" name="Google Shape;91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3" name="Google Shape;913;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4" name="Google Shape;914;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5" name="Google Shape;915;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6" name="Shape 916"/>
        <p:cNvGrpSpPr/>
        <p:nvPr/>
      </p:nvGrpSpPr>
      <p:grpSpPr>
        <a:xfrm>
          <a:off x="0" y="0"/>
          <a:ext cx="0" cy="0"/>
          <a:chOff x="0" y="0"/>
          <a:chExt cx="0" cy="0"/>
        </a:xfrm>
      </p:grpSpPr>
      <p:sp>
        <p:nvSpPr>
          <p:cNvPr id="917" name="Google Shape;917;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8" name="Shape 918"/>
        <p:cNvGrpSpPr/>
        <p:nvPr/>
      </p:nvGrpSpPr>
      <p:grpSpPr>
        <a:xfrm>
          <a:off x="0" y="0"/>
          <a:ext cx="0" cy="0"/>
          <a:chOff x="0" y="0"/>
          <a:chExt cx="0" cy="0"/>
        </a:xfrm>
      </p:grpSpPr>
      <p:sp>
        <p:nvSpPr>
          <p:cNvPr id="919" name="Google Shape;919;p62"/>
          <p:cNvSpPr/>
          <p:nvPr>
            <p:ph idx="2" type="pic"/>
          </p:nvPr>
        </p:nvSpPr>
        <p:spPr>
          <a:xfrm>
            <a:off x="3389600" y="118913"/>
            <a:ext cx="1643700" cy="1535100"/>
          </a:xfrm>
          <a:prstGeom prst="rect">
            <a:avLst/>
          </a:prstGeom>
          <a:noFill/>
          <a:ln>
            <a:noFill/>
          </a:ln>
        </p:spPr>
      </p:sp>
      <p:sp>
        <p:nvSpPr>
          <p:cNvPr id="920" name="Google Shape;920;p62"/>
          <p:cNvSpPr/>
          <p:nvPr>
            <p:ph idx="3" type="pic"/>
          </p:nvPr>
        </p:nvSpPr>
        <p:spPr>
          <a:xfrm>
            <a:off x="5195935" y="118913"/>
            <a:ext cx="1643700" cy="1535100"/>
          </a:xfrm>
          <a:prstGeom prst="rect">
            <a:avLst/>
          </a:prstGeom>
          <a:noFill/>
          <a:ln>
            <a:noFill/>
          </a:ln>
        </p:spPr>
      </p:sp>
      <p:sp>
        <p:nvSpPr>
          <p:cNvPr id="921" name="Google Shape;921;p62"/>
          <p:cNvSpPr/>
          <p:nvPr>
            <p:ph idx="4" type="pic"/>
          </p:nvPr>
        </p:nvSpPr>
        <p:spPr>
          <a:xfrm>
            <a:off x="7002270" y="118913"/>
            <a:ext cx="1643700" cy="1535100"/>
          </a:xfrm>
          <a:prstGeom prst="rect">
            <a:avLst/>
          </a:prstGeom>
          <a:noFill/>
          <a:ln>
            <a:noFill/>
          </a:ln>
        </p:spPr>
      </p:sp>
      <p:sp>
        <p:nvSpPr>
          <p:cNvPr id="922" name="Google Shape;922;p62"/>
          <p:cNvSpPr/>
          <p:nvPr>
            <p:ph idx="5" type="pic"/>
          </p:nvPr>
        </p:nvSpPr>
        <p:spPr>
          <a:xfrm>
            <a:off x="3389588" y="1804212"/>
            <a:ext cx="1643700" cy="1535100"/>
          </a:xfrm>
          <a:prstGeom prst="rect">
            <a:avLst/>
          </a:prstGeom>
          <a:noFill/>
          <a:ln>
            <a:noFill/>
          </a:ln>
        </p:spPr>
      </p:sp>
      <p:sp>
        <p:nvSpPr>
          <p:cNvPr id="923" name="Google Shape;923;p62"/>
          <p:cNvSpPr/>
          <p:nvPr>
            <p:ph idx="6" type="pic"/>
          </p:nvPr>
        </p:nvSpPr>
        <p:spPr>
          <a:xfrm>
            <a:off x="5195922" y="1804212"/>
            <a:ext cx="1643700" cy="1535100"/>
          </a:xfrm>
          <a:prstGeom prst="rect">
            <a:avLst/>
          </a:prstGeom>
          <a:noFill/>
          <a:ln>
            <a:noFill/>
          </a:ln>
        </p:spPr>
      </p:sp>
      <p:sp>
        <p:nvSpPr>
          <p:cNvPr id="924" name="Google Shape;924;p62"/>
          <p:cNvSpPr/>
          <p:nvPr>
            <p:ph idx="7" type="pic"/>
          </p:nvPr>
        </p:nvSpPr>
        <p:spPr>
          <a:xfrm>
            <a:off x="7002257" y="1804212"/>
            <a:ext cx="1643700" cy="1535100"/>
          </a:xfrm>
          <a:prstGeom prst="rect">
            <a:avLst/>
          </a:prstGeom>
          <a:noFill/>
          <a:ln>
            <a:noFill/>
          </a:ln>
        </p:spPr>
      </p:sp>
      <p:sp>
        <p:nvSpPr>
          <p:cNvPr id="925" name="Google Shape;92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6" name="Google Shape;926;p62"/>
          <p:cNvSpPr/>
          <p:nvPr>
            <p:ph idx="8" type="pic"/>
          </p:nvPr>
        </p:nvSpPr>
        <p:spPr>
          <a:xfrm>
            <a:off x="3389588" y="3489487"/>
            <a:ext cx="1643700" cy="1535100"/>
          </a:xfrm>
          <a:prstGeom prst="rect">
            <a:avLst/>
          </a:prstGeom>
          <a:noFill/>
          <a:ln>
            <a:noFill/>
          </a:ln>
        </p:spPr>
      </p:sp>
      <p:sp>
        <p:nvSpPr>
          <p:cNvPr id="927" name="Google Shape;927;p62"/>
          <p:cNvSpPr/>
          <p:nvPr>
            <p:ph idx="9" type="pic"/>
          </p:nvPr>
        </p:nvSpPr>
        <p:spPr>
          <a:xfrm>
            <a:off x="5195922" y="3489487"/>
            <a:ext cx="1643700" cy="1535100"/>
          </a:xfrm>
          <a:prstGeom prst="rect">
            <a:avLst/>
          </a:prstGeom>
          <a:noFill/>
          <a:ln>
            <a:noFill/>
          </a:ln>
        </p:spPr>
      </p:sp>
      <p:sp>
        <p:nvSpPr>
          <p:cNvPr id="928" name="Google Shape;92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33" name="Shape 933"/>
        <p:cNvGrpSpPr/>
        <p:nvPr/>
      </p:nvGrpSpPr>
      <p:grpSpPr>
        <a:xfrm>
          <a:off x="0" y="0"/>
          <a:ext cx="0" cy="0"/>
          <a:chOff x="0" y="0"/>
          <a:chExt cx="0" cy="0"/>
        </a:xfrm>
      </p:grpSpPr>
      <p:sp>
        <p:nvSpPr>
          <p:cNvPr id="934" name="Google Shape;934;p6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935" name="Google Shape;935;p6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6" name="Google Shape;936;p6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937" name="Google Shape;937;p6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938" name="Google Shape;938;p64"/>
          <p:cNvGrpSpPr/>
          <p:nvPr/>
        </p:nvGrpSpPr>
        <p:grpSpPr>
          <a:xfrm flipH="1" rot="10800000">
            <a:off x="4395238" y="-11"/>
            <a:ext cx="4748757" cy="2797859"/>
            <a:chOff x="3200875" y="1642950"/>
            <a:chExt cx="5970275" cy="3517550"/>
          </a:xfrm>
        </p:grpSpPr>
        <p:sp>
          <p:nvSpPr>
            <p:cNvPr id="939" name="Google Shape;939;p6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940" name="Google Shape;940;p6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941" name="Google Shape;941;p64"/>
          <p:cNvGrpSpPr/>
          <p:nvPr/>
        </p:nvGrpSpPr>
        <p:grpSpPr>
          <a:xfrm flipH="1">
            <a:off x="6309311" y="2793726"/>
            <a:ext cx="2834695" cy="1890116"/>
            <a:chOff x="312900" y="2793625"/>
            <a:chExt cx="2221200" cy="1481050"/>
          </a:xfrm>
        </p:grpSpPr>
        <p:grpSp>
          <p:nvGrpSpPr>
            <p:cNvPr id="942" name="Google Shape;942;p64"/>
            <p:cNvGrpSpPr/>
            <p:nvPr/>
          </p:nvGrpSpPr>
          <p:grpSpPr>
            <a:xfrm>
              <a:off x="312900" y="2793625"/>
              <a:ext cx="1851000" cy="1481050"/>
              <a:chOff x="461225" y="3249175"/>
              <a:chExt cx="1851000" cy="1481050"/>
            </a:xfrm>
          </p:grpSpPr>
          <p:grpSp>
            <p:nvGrpSpPr>
              <p:cNvPr id="943" name="Google Shape;943;p64"/>
              <p:cNvGrpSpPr/>
              <p:nvPr/>
            </p:nvGrpSpPr>
            <p:grpSpPr>
              <a:xfrm>
                <a:off x="461225" y="3249175"/>
                <a:ext cx="1851000" cy="370200"/>
                <a:chOff x="461225" y="3249175"/>
                <a:chExt cx="1851000" cy="370200"/>
              </a:xfrm>
            </p:grpSpPr>
            <p:sp>
              <p:nvSpPr>
                <p:cNvPr id="944" name="Google Shape;944;p6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5" name="Google Shape;945;p6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6" name="Google Shape;946;p6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47" name="Google Shape;947;p64"/>
              <p:cNvGrpSpPr/>
              <p:nvPr/>
            </p:nvGrpSpPr>
            <p:grpSpPr>
              <a:xfrm>
                <a:off x="461225" y="3619500"/>
                <a:ext cx="1480800" cy="370200"/>
                <a:chOff x="461225" y="3249175"/>
                <a:chExt cx="1480800" cy="370200"/>
              </a:xfrm>
            </p:grpSpPr>
            <p:sp>
              <p:nvSpPr>
                <p:cNvPr id="948" name="Google Shape;948;p6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9" name="Google Shape;949;p6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0" name="Google Shape;950;p6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1" name="Google Shape;951;p6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2" name="Google Shape;952;p64"/>
              <p:cNvGrpSpPr/>
              <p:nvPr/>
            </p:nvGrpSpPr>
            <p:grpSpPr>
              <a:xfrm>
                <a:off x="461225" y="3989700"/>
                <a:ext cx="1851000" cy="370200"/>
                <a:chOff x="461225" y="3249175"/>
                <a:chExt cx="1851000" cy="370200"/>
              </a:xfrm>
            </p:grpSpPr>
            <p:sp>
              <p:nvSpPr>
                <p:cNvPr id="953" name="Google Shape;953;p6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4" name="Google Shape;954;p6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5" name="Google Shape;955;p6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6" name="Google Shape;956;p6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7" name="Google Shape;957;p64"/>
              <p:cNvGrpSpPr/>
              <p:nvPr/>
            </p:nvGrpSpPr>
            <p:grpSpPr>
              <a:xfrm>
                <a:off x="461225" y="4360025"/>
                <a:ext cx="1480800" cy="370200"/>
                <a:chOff x="461225" y="3249175"/>
                <a:chExt cx="1480800" cy="370200"/>
              </a:xfrm>
            </p:grpSpPr>
            <p:sp>
              <p:nvSpPr>
                <p:cNvPr id="958" name="Google Shape;958;p6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9" name="Google Shape;959;p6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960" name="Google Shape;960;p6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61" name="Google Shape;961;p6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962" name="Shape 962"/>
        <p:cNvGrpSpPr/>
        <p:nvPr/>
      </p:nvGrpSpPr>
      <p:grpSpPr>
        <a:xfrm>
          <a:off x="0" y="0"/>
          <a:ext cx="0" cy="0"/>
          <a:chOff x="0" y="0"/>
          <a:chExt cx="0" cy="0"/>
        </a:xfrm>
      </p:grpSpPr>
      <p:grpSp>
        <p:nvGrpSpPr>
          <p:cNvPr id="963" name="Google Shape;963;p65"/>
          <p:cNvGrpSpPr/>
          <p:nvPr/>
        </p:nvGrpSpPr>
        <p:grpSpPr>
          <a:xfrm flipH="1">
            <a:off x="6169505" y="2816179"/>
            <a:ext cx="2979740" cy="1986829"/>
            <a:chOff x="312900" y="2793625"/>
            <a:chExt cx="2221200" cy="1481050"/>
          </a:xfrm>
        </p:grpSpPr>
        <p:grpSp>
          <p:nvGrpSpPr>
            <p:cNvPr id="964" name="Google Shape;964;p65"/>
            <p:cNvGrpSpPr/>
            <p:nvPr/>
          </p:nvGrpSpPr>
          <p:grpSpPr>
            <a:xfrm>
              <a:off x="312900" y="2793625"/>
              <a:ext cx="1851000" cy="1481050"/>
              <a:chOff x="461225" y="3249175"/>
              <a:chExt cx="1851000" cy="1481050"/>
            </a:xfrm>
          </p:grpSpPr>
          <p:grpSp>
            <p:nvGrpSpPr>
              <p:cNvPr id="965" name="Google Shape;965;p65"/>
              <p:cNvGrpSpPr/>
              <p:nvPr/>
            </p:nvGrpSpPr>
            <p:grpSpPr>
              <a:xfrm>
                <a:off x="461225" y="3249175"/>
                <a:ext cx="1851000" cy="370200"/>
                <a:chOff x="461225" y="3249175"/>
                <a:chExt cx="1851000" cy="370200"/>
              </a:xfrm>
            </p:grpSpPr>
            <p:sp>
              <p:nvSpPr>
                <p:cNvPr id="966" name="Google Shape;966;p6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7" name="Google Shape;967;p6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8" name="Google Shape;968;p6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9" name="Google Shape;969;p6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0" name="Google Shape;970;p6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71" name="Google Shape;971;p65"/>
              <p:cNvGrpSpPr/>
              <p:nvPr/>
            </p:nvGrpSpPr>
            <p:grpSpPr>
              <a:xfrm>
                <a:off x="461225" y="3619500"/>
                <a:ext cx="1851000" cy="370200"/>
                <a:chOff x="461225" y="3249175"/>
                <a:chExt cx="1851000" cy="370200"/>
              </a:xfrm>
            </p:grpSpPr>
            <p:sp>
              <p:nvSpPr>
                <p:cNvPr id="972" name="Google Shape;972;p6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3" name="Google Shape;973;p6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4" name="Google Shape;974;p6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5" name="Google Shape;975;p6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6" name="Google Shape;976;p6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77" name="Google Shape;977;p65"/>
              <p:cNvGrpSpPr/>
              <p:nvPr/>
            </p:nvGrpSpPr>
            <p:grpSpPr>
              <a:xfrm>
                <a:off x="461225" y="3989700"/>
                <a:ext cx="1851000" cy="370200"/>
                <a:chOff x="461225" y="3249175"/>
                <a:chExt cx="1851000" cy="370200"/>
              </a:xfrm>
            </p:grpSpPr>
            <p:sp>
              <p:nvSpPr>
                <p:cNvPr id="978" name="Google Shape;978;p6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9" name="Google Shape;979;p6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0" name="Google Shape;980;p6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1" name="Google Shape;981;p6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2" name="Google Shape;982;p6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3" name="Google Shape;983;p65"/>
              <p:cNvGrpSpPr/>
              <p:nvPr/>
            </p:nvGrpSpPr>
            <p:grpSpPr>
              <a:xfrm>
                <a:off x="461225" y="4360025"/>
                <a:ext cx="1851000" cy="370200"/>
                <a:chOff x="461225" y="3249175"/>
                <a:chExt cx="1851000" cy="370200"/>
              </a:xfrm>
            </p:grpSpPr>
            <p:sp>
              <p:nvSpPr>
                <p:cNvPr id="984" name="Google Shape;984;p6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5" name="Google Shape;985;p6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6" name="Google Shape;986;p6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7" name="Google Shape;987;p6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8" name="Google Shape;988;p6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989" name="Google Shape;989;p6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90" name="Google Shape;990;p6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991" name="Google Shape;991;p6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2" name="Google Shape;992;p6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3" name="Google Shape;993;p6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4" name="Google Shape;994;p6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995" name="Google Shape;995;p6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996" name="Google Shape;996;p6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997" name="Google Shape;997;p6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998" name="Shape 998"/>
        <p:cNvGrpSpPr/>
        <p:nvPr/>
      </p:nvGrpSpPr>
      <p:grpSpPr>
        <a:xfrm>
          <a:off x="0" y="0"/>
          <a:ext cx="0" cy="0"/>
          <a:chOff x="0" y="0"/>
          <a:chExt cx="0" cy="0"/>
        </a:xfrm>
      </p:grpSpPr>
      <p:grpSp>
        <p:nvGrpSpPr>
          <p:cNvPr id="999" name="Google Shape;999;p66"/>
          <p:cNvGrpSpPr/>
          <p:nvPr/>
        </p:nvGrpSpPr>
        <p:grpSpPr>
          <a:xfrm flipH="1">
            <a:off x="6169505" y="228779"/>
            <a:ext cx="2979740" cy="1986829"/>
            <a:chOff x="312900" y="2793625"/>
            <a:chExt cx="2221200" cy="1481050"/>
          </a:xfrm>
        </p:grpSpPr>
        <p:grpSp>
          <p:nvGrpSpPr>
            <p:cNvPr id="1000" name="Google Shape;1000;p66"/>
            <p:cNvGrpSpPr/>
            <p:nvPr/>
          </p:nvGrpSpPr>
          <p:grpSpPr>
            <a:xfrm>
              <a:off x="312900" y="2793625"/>
              <a:ext cx="1851000" cy="1481050"/>
              <a:chOff x="461225" y="3249175"/>
              <a:chExt cx="1851000" cy="1481050"/>
            </a:xfrm>
          </p:grpSpPr>
          <p:grpSp>
            <p:nvGrpSpPr>
              <p:cNvPr id="1001" name="Google Shape;1001;p66"/>
              <p:cNvGrpSpPr/>
              <p:nvPr/>
            </p:nvGrpSpPr>
            <p:grpSpPr>
              <a:xfrm>
                <a:off x="461225" y="3249175"/>
                <a:ext cx="1851000" cy="370200"/>
                <a:chOff x="461225" y="3249175"/>
                <a:chExt cx="1851000" cy="370200"/>
              </a:xfrm>
            </p:grpSpPr>
            <p:sp>
              <p:nvSpPr>
                <p:cNvPr id="1002" name="Google Shape;1002;p6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3" name="Google Shape;1003;p6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4" name="Google Shape;1004;p6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5" name="Google Shape;1005;p6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6" name="Google Shape;1006;p6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07" name="Google Shape;1007;p66"/>
              <p:cNvGrpSpPr/>
              <p:nvPr/>
            </p:nvGrpSpPr>
            <p:grpSpPr>
              <a:xfrm>
                <a:off x="461225" y="3619500"/>
                <a:ext cx="1851000" cy="370200"/>
                <a:chOff x="461225" y="3249175"/>
                <a:chExt cx="1851000" cy="370200"/>
              </a:xfrm>
            </p:grpSpPr>
            <p:sp>
              <p:nvSpPr>
                <p:cNvPr id="1008" name="Google Shape;1008;p6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9" name="Google Shape;1009;p6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0" name="Google Shape;1010;p6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1" name="Google Shape;1011;p6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2" name="Google Shape;1012;p6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13" name="Google Shape;1013;p66"/>
              <p:cNvGrpSpPr/>
              <p:nvPr/>
            </p:nvGrpSpPr>
            <p:grpSpPr>
              <a:xfrm>
                <a:off x="461225" y="3989700"/>
                <a:ext cx="1851000" cy="370200"/>
                <a:chOff x="461225" y="3249175"/>
                <a:chExt cx="1851000" cy="370200"/>
              </a:xfrm>
            </p:grpSpPr>
            <p:sp>
              <p:nvSpPr>
                <p:cNvPr id="1014" name="Google Shape;1014;p6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5" name="Google Shape;1015;p6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6" name="Google Shape;1016;p6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7" name="Google Shape;1017;p6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8" name="Google Shape;1018;p6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19" name="Google Shape;1019;p66"/>
              <p:cNvGrpSpPr/>
              <p:nvPr/>
            </p:nvGrpSpPr>
            <p:grpSpPr>
              <a:xfrm>
                <a:off x="461225" y="4360025"/>
                <a:ext cx="1851000" cy="370200"/>
                <a:chOff x="461225" y="3249175"/>
                <a:chExt cx="1851000" cy="370200"/>
              </a:xfrm>
            </p:grpSpPr>
            <p:sp>
              <p:nvSpPr>
                <p:cNvPr id="1020" name="Google Shape;1020;p6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1" name="Google Shape;1021;p6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2" name="Google Shape;1022;p6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3" name="Google Shape;1023;p6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4" name="Google Shape;1024;p6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25" name="Google Shape;1025;p6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6" name="Google Shape;1026;p6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27" name="Google Shape;1027;p6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8" name="Google Shape;1028;p6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9" name="Google Shape;1029;p6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0" name="Google Shape;1030;p6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31" name="Google Shape;1031;p6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32" name="Google Shape;1032;p6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33" name="Shape 1033"/>
        <p:cNvGrpSpPr/>
        <p:nvPr/>
      </p:nvGrpSpPr>
      <p:grpSpPr>
        <a:xfrm>
          <a:off x="0" y="0"/>
          <a:ext cx="0" cy="0"/>
          <a:chOff x="0" y="0"/>
          <a:chExt cx="0" cy="0"/>
        </a:xfrm>
      </p:grpSpPr>
      <p:grpSp>
        <p:nvGrpSpPr>
          <p:cNvPr id="1034" name="Google Shape;1034;p67"/>
          <p:cNvGrpSpPr/>
          <p:nvPr/>
        </p:nvGrpSpPr>
        <p:grpSpPr>
          <a:xfrm>
            <a:off x="228600" y="2793625"/>
            <a:ext cx="2221200" cy="1481050"/>
            <a:chOff x="312900" y="2793625"/>
            <a:chExt cx="2221200" cy="1481050"/>
          </a:xfrm>
        </p:grpSpPr>
        <p:grpSp>
          <p:nvGrpSpPr>
            <p:cNvPr id="1035" name="Google Shape;1035;p67"/>
            <p:cNvGrpSpPr/>
            <p:nvPr/>
          </p:nvGrpSpPr>
          <p:grpSpPr>
            <a:xfrm>
              <a:off x="312900" y="2793625"/>
              <a:ext cx="1851000" cy="1481050"/>
              <a:chOff x="461225" y="3249175"/>
              <a:chExt cx="1851000" cy="1481050"/>
            </a:xfrm>
          </p:grpSpPr>
          <p:grpSp>
            <p:nvGrpSpPr>
              <p:cNvPr id="1036" name="Google Shape;1036;p67"/>
              <p:cNvGrpSpPr/>
              <p:nvPr/>
            </p:nvGrpSpPr>
            <p:grpSpPr>
              <a:xfrm>
                <a:off x="461225" y="3249175"/>
                <a:ext cx="1851000" cy="370200"/>
                <a:chOff x="461225" y="3249175"/>
                <a:chExt cx="1851000" cy="370200"/>
              </a:xfrm>
            </p:grpSpPr>
            <p:sp>
              <p:nvSpPr>
                <p:cNvPr id="1037" name="Google Shape;1037;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8" name="Google Shape;1038;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9" name="Google Shape;1039;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0" name="Google Shape;1040;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1" name="Google Shape;1041;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2" name="Google Shape;1042;p67"/>
              <p:cNvGrpSpPr/>
              <p:nvPr/>
            </p:nvGrpSpPr>
            <p:grpSpPr>
              <a:xfrm>
                <a:off x="461225" y="3619500"/>
                <a:ext cx="1851000" cy="370200"/>
                <a:chOff x="461225" y="3249175"/>
                <a:chExt cx="1851000" cy="370200"/>
              </a:xfrm>
            </p:grpSpPr>
            <p:sp>
              <p:nvSpPr>
                <p:cNvPr id="1043" name="Google Shape;1043;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4" name="Google Shape;1044;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5" name="Google Shape;1045;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6" name="Google Shape;1046;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7" name="Google Shape;1047;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8" name="Google Shape;1048;p67"/>
              <p:cNvGrpSpPr/>
              <p:nvPr/>
            </p:nvGrpSpPr>
            <p:grpSpPr>
              <a:xfrm>
                <a:off x="461225" y="3989700"/>
                <a:ext cx="1851000" cy="370200"/>
                <a:chOff x="461225" y="3249175"/>
                <a:chExt cx="1851000" cy="370200"/>
              </a:xfrm>
            </p:grpSpPr>
            <p:sp>
              <p:nvSpPr>
                <p:cNvPr id="1049" name="Google Shape;1049;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0" name="Google Shape;1050;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1" name="Google Shape;1051;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2" name="Google Shape;1052;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3" name="Google Shape;1053;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54" name="Google Shape;1054;p67"/>
              <p:cNvGrpSpPr/>
              <p:nvPr/>
            </p:nvGrpSpPr>
            <p:grpSpPr>
              <a:xfrm>
                <a:off x="461225" y="4360025"/>
                <a:ext cx="1851000" cy="370200"/>
                <a:chOff x="461225" y="3249175"/>
                <a:chExt cx="1851000" cy="370200"/>
              </a:xfrm>
            </p:grpSpPr>
            <p:sp>
              <p:nvSpPr>
                <p:cNvPr id="1055" name="Google Shape;1055;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6" name="Google Shape;1056;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7" name="Google Shape;1057;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8" name="Google Shape;1058;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9" name="Google Shape;1059;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60" name="Google Shape;1060;p6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61" name="Google Shape;1061;p67"/>
          <p:cNvGrpSpPr/>
          <p:nvPr/>
        </p:nvGrpSpPr>
        <p:grpSpPr>
          <a:xfrm>
            <a:off x="7663200" y="-725"/>
            <a:ext cx="1480800" cy="1396025"/>
            <a:chOff x="461225" y="3334200"/>
            <a:chExt cx="1480800" cy="1396025"/>
          </a:xfrm>
        </p:grpSpPr>
        <p:grpSp>
          <p:nvGrpSpPr>
            <p:cNvPr id="1062" name="Google Shape;1062;p67"/>
            <p:cNvGrpSpPr/>
            <p:nvPr/>
          </p:nvGrpSpPr>
          <p:grpSpPr>
            <a:xfrm>
              <a:off x="461225" y="3334200"/>
              <a:ext cx="1480800" cy="285300"/>
              <a:chOff x="461225" y="3334200"/>
              <a:chExt cx="1480800" cy="285300"/>
            </a:xfrm>
          </p:grpSpPr>
          <p:sp>
            <p:nvSpPr>
              <p:cNvPr id="1063" name="Google Shape;1063;p6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4" name="Google Shape;1064;p6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5" name="Google Shape;1065;p6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6" name="Google Shape;1066;p6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67" name="Google Shape;1067;p67"/>
            <p:cNvGrpSpPr/>
            <p:nvPr/>
          </p:nvGrpSpPr>
          <p:grpSpPr>
            <a:xfrm>
              <a:off x="461225" y="3619500"/>
              <a:ext cx="1480800" cy="370200"/>
              <a:chOff x="461225" y="3249175"/>
              <a:chExt cx="1480800" cy="370200"/>
            </a:xfrm>
          </p:grpSpPr>
          <p:sp>
            <p:nvSpPr>
              <p:cNvPr id="1068" name="Google Shape;1068;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9" name="Google Shape;1069;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0" name="Google Shape;1070;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1" name="Google Shape;1071;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72" name="Google Shape;1072;p67"/>
            <p:cNvGrpSpPr/>
            <p:nvPr/>
          </p:nvGrpSpPr>
          <p:grpSpPr>
            <a:xfrm>
              <a:off x="461225" y="3989700"/>
              <a:ext cx="1480800" cy="370200"/>
              <a:chOff x="461225" y="3249175"/>
              <a:chExt cx="1480800" cy="370200"/>
            </a:xfrm>
          </p:grpSpPr>
          <p:sp>
            <p:nvSpPr>
              <p:cNvPr id="1073" name="Google Shape;1073;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4" name="Google Shape;1074;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5" name="Google Shape;1075;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6" name="Google Shape;1076;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77" name="Google Shape;1077;p67"/>
            <p:cNvGrpSpPr/>
            <p:nvPr/>
          </p:nvGrpSpPr>
          <p:grpSpPr>
            <a:xfrm>
              <a:off x="461225" y="4360025"/>
              <a:ext cx="1480800" cy="370200"/>
              <a:chOff x="461225" y="3249175"/>
              <a:chExt cx="1480800" cy="370200"/>
            </a:xfrm>
          </p:grpSpPr>
          <p:sp>
            <p:nvSpPr>
              <p:cNvPr id="1078" name="Google Shape;1078;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9" name="Google Shape;1079;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0" name="Google Shape;1080;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1" name="Google Shape;1081;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082" name="Google Shape;1082;p67"/>
          <p:cNvGrpSpPr/>
          <p:nvPr/>
        </p:nvGrpSpPr>
        <p:grpSpPr>
          <a:xfrm>
            <a:off x="1843925" y="-725"/>
            <a:ext cx="7300075" cy="5144088"/>
            <a:chOff x="1870575" y="-635"/>
            <a:chExt cx="7300075" cy="5174097"/>
          </a:xfrm>
        </p:grpSpPr>
        <p:sp>
          <p:nvSpPr>
            <p:cNvPr id="1083" name="Google Shape;1083;p6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084" name="Google Shape;1084;p6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085" name="Google Shape;1085;p6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086" name="Google Shape;1086;p6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87" name="Google Shape;1087;p6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088" name="Google Shape;1088;p6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089" name="Google Shape;1089;p6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090" name="Shape 1090"/>
        <p:cNvGrpSpPr/>
        <p:nvPr/>
      </p:nvGrpSpPr>
      <p:grpSpPr>
        <a:xfrm>
          <a:off x="0" y="0"/>
          <a:ext cx="0" cy="0"/>
          <a:chOff x="0" y="0"/>
          <a:chExt cx="0" cy="0"/>
        </a:xfrm>
      </p:grpSpPr>
      <p:sp>
        <p:nvSpPr>
          <p:cNvPr id="1091" name="Google Shape;1091;p6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2" name="Google Shape;1092;p6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3" name="Google Shape;1093;p6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4" name="Google Shape;1094;p6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5" name="Google Shape;1095;p6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096" name="Google Shape;1096;p68"/>
          <p:cNvSpPr/>
          <p:nvPr>
            <p:ph idx="2" type="pic"/>
          </p:nvPr>
        </p:nvSpPr>
        <p:spPr>
          <a:xfrm>
            <a:off x="225300" y="3132125"/>
            <a:ext cx="1849800" cy="1770300"/>
          </a:xfrm>
          <a:prstGeom prst="rect">
            <a:avLst/>
          </a:prstGeom>
          <a:noFill/>
          <a:ln>
            <a:noFill/>
          </a:ln>
        </p:spPr>
      </p:sp>
      <p:sp>
        <p:nvSpPr>
          <p:cNvPr id="1097" name="Google Shape;1097;p68"/>
          <p:cNvSpPr/>
          <p:nvPr>
            <p:ph idx="3" type="pic"/>
          </p:nvPr>
        </p:nvSpPr>
        <p:spPr>
          <a:xfrm>
            <a:off x="5262525" y="228600"/>
            <a:ext cx="1865100" cy="1790100"/>
          </a:xfrm>
          <a:prstGeom prst="rect">
            <a:avLst/>
          </a:prstGeom>
          <a:noFill/>
          <a:ln>
            <a:noFill/>
          </a:ln>
        </p:spPr>
      </p:sp>
      <p:sp>
        <p:nvSpPr>
          <p:cNvPr id="1098" name="Google Shape;1098;p68"/>
          <p:cNvSpPr/>
          <p:nvPr>
            <p:ph idx="4" type="pic"/>
          </p:nvPr>
        </p:nvSpPr>
        <p:spPr>
          <a:xfrm>
            <a:off x="7281675" y="228600"/>
            <a:ext cx="1849800" cy="1790100"/>
          </a:xfrm>
          <a:prstGeom prst="rect">
            <a:avLst/>
          </a:prstGeom>
          <a:noFill/>
          <a:ln>
            <a:noFill/>
          </a:ln>
        </p:spPr>
      </p:sp>
      <p:sp>
        <p:nvSpPr>
          <p:cNvPr id="1099" name="Google Shape;1099;p6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100" name="Google Shape;1100;p6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101" name="Google Shape;1101;p6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102" name="Google Shape;1102;p6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103" name="Google Shape;1103;p6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104" name="Google Shape;1104;p68"/>
          <p:cNvGrpSpPr/>
          <p:nvPr/>
        </p:nvGrpSpPr>
        <p:grpSpPr>
          <a:xfrm>
            <a:off x="4308382" y="2704009"/>
            <a:ext cx="4833127" cy="2437045"/>
            <a:chOff x="4308382" y="2704009"/>
            <a:chExt cx="4833127" cy="2437045"/>
          </a:xfrm>
        </p:grpSpPr>
        <p:sp>
          <p:nvSpPr>
            <p:cNvPr id="1105" name="Google Shape;1105;p6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06" name="Google Shape;1106;p6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07" name="Google Shape;1107;p6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108" name="Shape 1108"/>
        <p:cNvGrpSpPr/>
        <p:nvPr/>
      </p:nvGrpSpPr>
      <p:grpSpPr>
        <a:xfrm>
          <a:off x="0" y="0"/>
          <a:ext cx="0" cy="0"/>
          <a:chOff x="0" y="0"/>
          <a:chExt cx="0" cy="0"/>
        </a:xfrm>
      </p:grpSpPr>
      <p:sp>
        <p:nvSpPr>
          <p:cNvPr id="1109" name="Google Shape;1109;p6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10" name="Google Shape;1110;p6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11" name="Google Shape;1111;p6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12" name="Google Shape;1112;p6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13" name="Google Shape;1113;p6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114" name="Google Shape;1114;p6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115" name="Google Shape;1115;p6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116" name="Shape 1116"/>
        <p:cNvGrpSpPr/>
        <p:nvPr/>
      </p:nvGrpSpPr>
      <p:grpSpPr>
        <a:xfrm>
          <a:off x="0" y="0"/>
          <a:ext cx="0" cy="0"/>
          <a:chOff x="0" y="0"/>
          <a:chExt cx="0" cy="0"/>
        </a:xfrm>
      </p:grpSpPr>
      <p:sp>
        <p:nvSpPr>
          <p:cNvPr id="1117" name="Google Shape;1117;p7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118" name="Google Shape;1118;p7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119" name="Google Shape;1119;p70"/>
          <p:cNvGrpSpPr/>
          <p:nvPr/>
        </p:nvGrpSpPr>
        <p:grpSpPr>
          <a:xfrm>
            <a:off x="25" y="4625"/>
            <a:ext cx="2329791" cy="795413"/>
            <a:chOff x="21" y="-511"/>
            <a:chExt cx="2329791" cy="800617"/>
          </a:xfrm>
        </p:grpSpPr>
        <p:grpSp>
          <p:nvGrpSpPr>
            <p:cNvPr id="1120" name="Google Shape;1120;p70"/>
            <p:cNvGrpSpPr/>
            <p:nvPr/>
          </p:nvGrpSpPr>
          <p:grpSpPr>
            <a:xfrm flipH="1" rot="10800000">
              <a:off x="25" y="392516"/>
              <a:ext cx="1927788" cy="407590"/>
              <a:chOff x="537425" y="3249175"/>
              <a:chExt cx="1774800" cy="370200"/>
            </a:xfrm>
          </p:grpSpPr>
          <p:sp>
            <p:nvSpPr>
              <p:cNvPr id="1121" name="Google Shape;1121;p7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2" name="Google Shape;1122;p7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3" name="Google Shape;1123;p7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4" name="Google Shape;1124;p7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5" name="Google Shape;1125;p7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26" name="Google Shape;1126;p70"/>
            <p:cNvGrpSpPr/>
            <p:nvPr/>
          </p:nvGrpSpPr>
          <p:grpSpPr>
            <a:xfrm flipH="1" rot="10800000">
              <a:off x="21" y="-511"/>
              <a:ext cx="1927788" cy="393115"/>
              <a:chOff x="537425" y="3249175"/>
              <a:chExt cx="1774800" cy="370200"/>
            </a:xfrm>
          </p:grpSpPr>
          <p:sp>
            <p:nvSpPr>
              <p:cNvPr id="1127" name="Google Shape;1127;p7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8" name="Google Shape;1128;p7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29" name="Google Shape;1129;p7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0" name="Google Shape;1130;p7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1" name="Google Shape;1131;p7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32" name="Google Shape;1132;p7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33" name="Google Shape;1133;p7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1134" name="Google Shape;1134;p7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5" name="Google Shape;1135;p7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6" name="Google Shape;1136;p7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37" name="Google Shape;1137;p7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138" name="Google Shape;1138;p7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1139" name="Shape 1139"/>
        <p:cNvGrpSpPr/>
        <p:nvPr/>
      </p:nvGrpSpPr>
      <p:grpSpPr>
        <a:xfrm>
          <a:off x="0" y="0"/>
          <a:ext cx="0" cy="0"/>
          <a:chOff x="0" y="0"/>
          <a:chExt cx="0" cy="0"/>
        </a:xfrm>
      </p:grpSpPr>
      <p:sp>
        <p:nvSpPr>
          <p:cNvPr id="1140" name="Google Shape;1140;p7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1" name="Google Shape;1141;p7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2" name="Google Shape;1142;p7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1143" name="Google Shape;1143;p7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1144" name="Google Shape;1144;p7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1145" name="Shape 1145"/>
        <p:cNvGrpSpPr/>
        <p:nvPr/>
      </p:nvGrpSpPr>
      <p:grpSpPr>
        <a:xfrm>
          <a:off x="0" y="0"/>
          <a:ext cx="0" cy="0"/>
          <a:chOff x="0" y="0"/>
          <a:chExt cx="0" cy="0"/>
        </a:xfrm>
      </p:grpSpPr>
      <p:grpSp>
        <p:nvGrpSpPr>
          <p:cNvPr id="1146" name="Google Shape;1146;p72"/>
          <p:cNvGrpSpPr/>
          <p:nvPr/>
        </p:nvGrpSpPr>
        <p:grpSpPr>
          <a:xfrm flipH="1">
            <a:off x="3212200" y="0"/>
            <a:ext cx="1851000" cy="1225325"/>
            <a:chOff x="461225" y="3875100"/>
            <a:chExt cx="1851000" cy="1225325"/>
          </a:xfrm>
        </p:grpSpPr>
        <p:grpSp>
          <p:nvGrpSpPr>
            <p:cNvPr id="1147" name="Google Shape;1147;p72"/>
            <p:cNvGrpSpPr/>
            <p:nvPr/>
          </p:nvGrpSpPr>
          <p:grpSpPr>
            <a:xfrm>
              <a:off x="461225" y="3875100"/>
              <a:ext cx="1851000" cy="114600"/>
              <a:chOff x="461225" y="3504775"/>
              <a:chExt cx="1851000" cy="114600"/>
            </a:xfrm>
          </p:grpSpPr>
          <p:sp>
            <p:nvSpPr>
              <p:cNvPr id="1148" name="Google Shape;1148;p7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9" name="Google Shape;1149;p7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0" name="Google Shape;1150;p7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1" name="Google Shape;1151;p7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2" name="Google Shape;1152;p7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53" name="Google Shape;1153;p72"/>
            <p:cNvGrpSpPr/>
            <p:nvPr/>
          </p:nvGrpSpPr>
          <p:grpSpPr>
            <a:xfrm>
              <a:off x="461225" y="3989700"/>
              <a:ext cx="1480800" cy="1110725"/>
              <a:chOff x="461225" y="3249175"/>
              <a:chExt cx="1480800" cy="1110725"/>
            </a:xfrm>
          </p:grpSpPr>
          <p:sp>
            <p:nvSpPr>
              <p:cNvPr id="1154" name="Google Shape;1154;p7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5" name="Google Shape;1155;p7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6" name="Google Shape;1156;p7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7" name="Google Shape;1157;p7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58" name="Google Shape;1158;p72"/>
            <p:cNvGrpSpPr/>
            <p:nvPr/>
          </p:nvGrpSpPr>
          <p:grpSpPr>
            <a:xfrm>
              <a:off x="831425" y="4360025"/>
              <a:ext cx="1480800" cy="370200"/>
              <a:chOff x="831425" y="3249175"/>
              <a:chExt cx="1480800" cy="370200"/>
            </a:xfrm>
          </p:grpSpPr>
          <p:sp>
            <p:nvSpPr>
              <p:cNvPr id="1159" name="Google Shape;1159;p7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0" name="Google Shape;1160;p7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1" name="Google Shape;1161;p7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2" name="Google Shape;1162;p7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63" name="Google Shape;1163;p7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64" name="Google Shape;1164;p7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5" name="Google Shape;1165;p7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1166" name="Shape 1166"/>
        <p:cNvGrpSpPr/>
        <p:nvPr/>
      </p:nvGrpSpPr>
      <p:grpSpPr>
        <a:xfrm>
          <a:off x="0" y="0"/>
          <a:ext cx="0" cy="0"/>
          <a:chOff x="0" y="0"/>
          <a:chExt cx="0" cy="0"/>
        </a:xfrm>
      </p:grpSpPr>
      <p:sp>
        <p:nvSpPr>
          <p:cNvPr id="1167" name="Google Shape;1167;p7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68" name="Google Shape;1168;p7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1169" name="Google Shape;1169;p73"/>
          <p:cNvGrpSpPr/>
          <p:nvPr/>
        </p:nvGrpSpPr>
        <p:grpSpPr>
          <a:xfrm flipH="1" rot="10800000">
            <a:off x="6179902" y="24"/>
            <a:ext cx="2963226" cy="1495659"/>
            <a:chOff x="4306084" y="2701610"/>
            <a:chExt cx="4837921" cy="2441893"/>
          </a:xfrm>
        </p:grpSpPr>
        <p:sp>
          <p:nvSpPr>
            <p:cNvPr id="1170" name="Google Shape;1170;p7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71" name="Google Shape;1171;p7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72" name="Google Shape;1172;p7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1173" name="Google Shape;1173;p7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4" name="Google Shape;1174;p7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5" name="Google Shape;1175;p7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6" name="Google Shape;1176;p7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7" name="Google Shape;1177;p7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8" name="Google Shape;1178;p7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179" name="Google Shape;1179;p73"/>
          <p:cNvGrpSpPr/>
          <p:nvPr/>
        </p:nvGrpSpPr>
        <p:grpSpPr>
          <a:xfrm>
            <a:off x="2674998" y="2923250"/>
            <a:ext cx="6470027" cy="2221724"/>
            <a:chOff x="2674998" y="2923250"/>
            <a:chExt cx="6470027" cy="2221724"/>
          </a:xfrm>
        </p:grpSpPr>
        <p:sp>
          <p:nvSpPr>
            <p:cNvPr id="1180" name="Google Shape;1180;p7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1181" name="Google Shape;1181;p7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1182" name="Google Shape;1182;p7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1183" name="Shape 1183"/>
        <p:cNvGrpSpPr/>
        <p:nvPr/>
      </p:nvGrpSpPr>
      <p:grpSpPr>
        <a:xfrm>
          <a:off x="0" y="0"/>
          <a:ext cx="0" cy="0"/>
          <a:chOff x="0" y="0"/>
          <a:chExt cx="0" cy="0"/>
        </a:xfrm>
      </p:grpSpPr>
      <p:sp>
        <p:nvSpPr>
          <p:cNvPr id="1184" name="Google Shape;1184;p7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85" name="Google Shape;1185;p7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1186" name="Google Shape;1186;p7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1187" name="Google Shape;1187;p7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1188" name="Google Shape;1188;p7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1189" name="Google Shape;1189;p7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1190" name="Google Shape;1190;p7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1191" name="Google Shape;1191;p7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1192" name="Google Shape;1192;p7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1193" name="Google Shape;1193;p7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1194" name="Google Shape;1194;p7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95" name="Google Shape;1195;p7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96" name="Google Shape;1196;p7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1197" name="Google Shape;1197;p7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1198" name="Google Shape;1198;p7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1199" name="Google Shape;1199;p7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1200" name="Shape 1200"/>
        <p:cNvGrpSpPr/>
        <p:nvPr/>
      </p:nvGrpSpPr>
      <p:grpSpPr>
        <a:xfrm>
          <a:off x="0" y="0"/>
          <a:ext cx="0" cy="0"/>
          <a:chOff x="0" y="0"/>
          <a:chExt cx="0" cy="0"/>
        </a:xfrm>
      </p:grpSpPr>
      <p:sp>
        <p:nvSpPr>
          <p:cNvPr id="1201" name="Google Shape;1201;p7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202" name="Google Shape;1202;p75"/>
          <p:cNvGrpSpPr/>
          <p:nvPr/>
        </p:nvGrpSpPr>
        <p:grpSpPr>
          <a:xfrm rot="-5400000">
            <a:off x="4030013" y="41713"/>
            <a:ext cx="1026300" cy="9201675"/>
            <a:chOff x="670045" y="-5692564"/>
            <a:chExt cx="1026300" cy="9201675"/>
          </a:xfrm>
        </p:grpSpPr>
        <p:sp>
          <p:nvSpPr>
            <p:cNvPr id="1203" name="Google Shape;1203;p7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1204" name="Google Shape;1204;p7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1205" name="Google Shape;1205;p7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1206" name="Google Shape;1206;p7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1207" name="Google Shape;1207;p7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1208" name="Google Shape;1208;p7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209" name="Google Shape;1209;p7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1210" name="Google Shape;1210;p7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1211" name="Google Shape;1211;p7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1212" name="Shape 1212"/>
        <p:cNvGrpSpPr/>
        <p:nvPr/>
      </p:nvGrpSpPr>
      <p:grpSpPr>
        <a:xfrm>
          <a:off x="0" y="0"/>
          <a:ext cx="0" cy="0"/>
          <a:chOff x="0" y="0"/>
          <a:chExt cx="0" cy="0"/>
        </a:xfrm>
      </p:grpSpPr>
      <p:sp>
        <p:nvSpPr>
          <p:cNvPr id="1213" name="Google Shape;1213;p7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4" name="Google Shape;1214;p7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215" name="Google Shape;1215;p76"/>
          <p:cNvGrpSpPr/>
          <p:nvPr/>
        </p:nvGrpSpPr>
        <p:grpSpPr>
          <a:xfrm rot="10800000">
            <a:off x="9" y="0"/>
            <a:ext cx="1889320" cy="1499480"/>
            <a:chOff x="461225" y="3249175"/>
            <a:chExt cx="1399496" cy="1110726"/>
          </a:xfrm>
        </p:grpSpPr>
        <p:grpSp>
          <p:nvGrpSpPr>
            <p:cNvPr id="1216" name="Google Shape;1216;p76"/>
            <p:cNvGrpSpPr/>
            <p:nvPr/>
          </p:nvGrpSpPr>
          <p:grpSpPr>
            <a:xfrm>
              <a:off x="461225" y="3249175"/>
              <a:ext cx="1399496" cy="370204"/>
              <a:chOff x="461225" y="3249175"/>
              <a:chExt cx="1399496" cy="370204"/>
            </a:xfrm>
          </p:grpSpPr>
          <p:sp>
            <p:nvSpPr>
              <p:cNvPr id="1217" name="Google Shape;1217;p7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8" name="Google Shape;1218;p7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9" name="Google Shape;1219;p7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0" name="Google Shape;1220;p7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21" name="Google Shape;1221;p76"/>
            <p:cNvGrpSpPr/>
            <p:nvPr/>
          </p:nvGrpSpPr>
          <p:grpSpPr>
            <a:xfrm>
              <a:off x="461225" y="3619500"/>
              <a:ext cx="1399496" cy="370202"/>
              <a:chOff x="461225" y="3249175"/>
              <a:chExt cx="1399496" cy="370202"/>
            </a:xfrm>
          </p:grpSpPr>
          <p:sp>
            <p:nvSpPr>
              <p:cNvPr id="1222" name="Google Shape;1222;p7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3" name="Google Shape;1223;p7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4" name="Google Shape;1224;p7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5" name="Google Shape;1225;p7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26" name="Google Shape;1226;p76"/>
            <p:cNvGrpSpPr/>
            <p:nvPr/>
          </p:nvGrpSpPr>
          <p:grpSpPr>
            <a:xfrm>
              <a:off x="461225" y="3989700"/>
              <a:ext cx="1399496" cy="370201"/>
              <a:chOff x="461225" y="3249175"/>
              <a:chExt cx="1399496" cy="370201"/>
            </a:xfrm>
          </p:grpSpPr>
          <p:sp>
            <p:nvSpPr>
              <p:cNvPr id="1227" name="Google Shape;1227;p7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8" name="Google Shape;1228;p7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9" name="Google Shape;1229;p7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0" name="Google Shape;1230;p7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231" name="Google Shape;1231;p7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1232" name="Google Shape;1232;p7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1233" name="Google Shape;1233;p7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1234" name="Google Shape;1234;p7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1235" name="Google Shape;1235;p7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236" name="Google Shape;1236;p7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1237" name="Shape 1237"/>
        <p:cNvGrpSpPr/>
        <p:nvPr/>
      </p:nvGrpSpPr>
      <p:grpSpPr>
        <a:xfrm>
          <a:off x="0" y="0"/>
          <a:ext cx="0" cy="0"/>
          <a:chOff x="0" y="0"/>
          <a:chExt cx="0" cy="0"/>
        </a:xfrm>
      </p:grpSpPr>
      <p:sp>
        <p:nvSpPr>
          <p:cNvPr id="1238" name="Google Shape;1238;p7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239" name="Google Shape;1239;p7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240" name="Google Shape;1240;p7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241" name="Google Shape;1241;p7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1242" name="Shape 1242"/>
        <p:cNvGrpSpPr/>
        <p:nvPr/>
      </p:nvGrpSpPr>
      <p:grpSpPr>
        <a:xfrm>
          <a:off x="0" y="0"/>
          <a:ext cx="0" cy="0"/>
          <a:chOff x="0" y="0"/>
          <a:chExt cx="0" cy="0"/>
        </a:xfrm>
      </p:grpSpPr>
      <p:sp>
        <p:nvSpPr>
          <p:cNvPr id="1243" name="Google Shape;1243;p7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4" name="Google Shape;1244;p7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1245" name="Google Shape;1245;p7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1246" name="Google Shape;1246;p7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1247" name="Google Shape;1247;p7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1248" name="Google Shape;1248;p7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1249" name="Google Shape;1249;p7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1250" name="Google Shape;1250;p7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251" name="Google Shape;1251;p7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2" name="Google Shape;1252;p7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3" name="Google Shape;1253;p7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1254" name="Google Shape;1254;p7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255" name="Google Shape;1255;p7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1256" name="Google Shape;1256;p7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1257" name="Google Shape;1257;p7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1258" name="Google Shape;1258;p7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1259" name="Google Shape;1259;p7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1260" name="Google Shape;1260;p7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1261" name="Google Shape;1261;p7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1262" name="Google Shape;1262;p7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263" name="Google Shape;1263;p7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1264" name="Shape 1264"/>
        <p:cNvGrpSpPr/>
        <p:nvPr/>
      </p:nvGrpSpPr>
      <p:grpSpPr>
        <a:xfrm>
          <a:off x="0" y="0"/>
          <a:ext cx="0" cy="0"/>
          <a:chOff x="0" y="0"/>
          <a:chExt cx="0" cy="0"/>
        </a:xfrm>
      </p:grpSpPr>
      <p:sp>
        <p:nvSpPr>
          <p:cNvPr id="1265" name="Google Shape;1265;p7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1266" name="Google Shape;1266;p7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1267" name="Google Shape;1267;p7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1268" name="Google Shape;1268;p7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1269" name="Google Shape;1269;p7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1270" name="Google Shape;1270;p7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1271" name="Google Shape;1271;p7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1272" name="Google Shape;1272;p7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1273" name="Google Shape;1273;p7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4" name="Google Shape;1274;p7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5" name="Google Shape;1275;p7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276" name="Google Shape;1276;p7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1277" name="Google Shape;1277;p7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1278" name="Google Shape;1278;p7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1279" name="Google Shape;1279;p7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1280" name="Google Shape;1280;p7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1281" name="Google Shape;1281;p7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1282" name="Google Shape;1282;p7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1283" name="Google Shape;1283;p7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1284" name="Google Shape;1284;p7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1285" name="Google Shape;1285;p7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1286" name="Shape 1286"/>
        <p:cNvGrpSpPr/>
        <p:nvPr/>
      </p:nvGrpSpPr>
      <p:grpSpPr>
        <a:xfrm>
          <a:off x="0" y="0"/>
          <a:ext cx="0" cy="0"/>
          <a:chOff x="0" y="0"/>
          <a:chExt cx="0" cy="0"/>
        </a:xfrm>
      </p:grpSpPr>
      <p:sp>
        <p:nvSpPr>
          <p:cNvPr id="1287" name="Google Shape;1287;p8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288" name="Google Shape;1288;p8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289" name="Google Shape;1289;p8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290" name="Google Shape;1290;p80"/>
          <p:cNvGrpSpPr/>
          <p:nvPr/>
        </p:nvGrpSpPr>
        <p:grpSpPr>
          <a:xfrm flipH="1">
            <a:off x="7293000" y="0"/>
            <a:ext cx="1851000" cy="1225325"/>
            <a:chOff x="461225" y="3875100"/>
            <a:chExt cx="1851000" cy="1225325"/>
          </a:xfrm>
        </p:grpSpPr>
        <p:grpSp>
          <p:nvGrpSpPr>
            <p:cNvPr id="1291" name="Google Shape;1291;p80"/>
            <p:cNvGrpSpPr/>
            <p:nvPr/>
          </p:nvGrpSpPr>
          <p:grpSpPr>
            <a:xfrm>
              <a:off x="461225" y="3875100"/>
              <a:ext cx="1851000" cy="114600"/>
              <a:chOff x="461225" y="3504775"/>
              <a:chExt cx="1851000" cy="114600"/>
            </a:xfrm>
          </p:grpSpPr>
          <p:sp>
            <p:nvSpPr>
              <p:cNvPr id="1292" name="Google Shape;1292;p8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3" name="Google Shape;1293;p8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4" name="Google Shape;1294;p8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5" name="Google Shape;1295;p8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6" name="Google Shape;1296;p8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97" name="Google Shape;1297;p80"/>
            <p:cNvGrpSpPr/>
            <p:nvPr/>
          </p:nvGrpSpPr>
          <p:grpSpPr>
            <a:xfrm>
              <a:off x="461225" y="3989700"/>
              <a:ext cx="1480800" cy="1110725"/>
              <a:chOff x="461225" y="3249175"/>
              <a:chExt cx="1480800" cy="1110725"/>
            </a:xfrm>
          </p:grpSpPr>
          <p:sp>
            <p:nvSpPr>
              <p:cNvPr id="1298" name="Google Shape;1298;p8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9" name="Google Shape;1299;p8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0" name="Google Shape;1300;p8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1" name="Google Shape;1301;p8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2" name="Google Shape;1302;p80"/>
            <p:cNvGrpSpPr/>
            <p:nvPr/>
          </p:nvGrpSpPr>
          <p:grpSpPr>
            <a:xfrm>
              <a:off x="831425" y="4360025"/>
              <a:ext cx="1480800" cy="370200"/>
              <a:chOff x="831425" y="3249175"/>
              <a:chExt cx="1480800" cy="370200"/>
            </a:xfrm>
          </p:grpSpPr>
          <p:sp>
            <p:nvSpPr>
              <p:cNvPr id="1303" name="Google Shape;1303;p8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4" name="Google Shape;1304;p8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5" name="Google Shape;1305;p8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6" name="Google Shape;1306;p8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07" name="Google Shape;1307;p8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1308" name="Google Shape;1308;p8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1309" name="Google Shape;1309;p80"/>
          <p:cNvSpPr/>
          <p:nvPr>
            <p:ph idx="3" type="pic"/>
          </p:nvPr>
        </p:nvSpPr>
        <p:spPr>
          <a:xfrm>
            <a:off x="227225" y="1832375"/>
            <a:ext cx="821100" cy="785400"/>
          </a:xfrm>
          <a:prstGeom prst="rect">
            <a:avLst/>
          </a:prstGeom>
          <a:noFill/>
          <a:ln>
            <a:noFill/>
          </a:ln>
        </p:spPr>
      </p:sp>
      <p:sp>
        <p:nvSpPr>
          <p:cNvPr id="1310" name="Google Shape;1310;p80"/>
          <p:cNvSpPr/>
          <p:nvPr>
            <p:ph idx="4" type="pic"/>
          </p:nvPr>
        </p:nvSpPr>
        <p:spPr>
          <a:xfrm>
            <a:off x="227225" y="2672425"/>
            <a:ext cx="821100" cy="785400"/>
          </a:xfrm>
          <a:prstGeom prst="rect">
            <a:avLst/>
          </a:prstGeom>
          <a:noFill/>
          <a:ln>
            <a:noFill/>
          </a:ln>
        </p:spPr>
      </p:sp>
      <p:sp>
        <p:nvSpPr>
          <p:cNvPr id="1311" name="Google Shape;1311;p80"/>
          <p:cNvSpPr/>
          <p:nvPr>
            <p:ph idx="5" type="pic"/>
          </p:nvPr>
        </p:nvSpPr>
        <p:spPr>
          <a:xfrm>
            <a:off x="227225" y="3512475"/>
            <a:ext cx="821100" cy="785400"/>
          </a:xfrm>
          <a:prstGeom prst="rect">
            <a:avLst/>
          </a:prstGeom>
          <a:noFill/>
          <a:ln>
            <a:noFill/>
          </a:ln>
        </p:spPr>
      </p:sp>
      <p:sp>
        <p:nvSpPr>
          <p:cNvPr id="1312" name="Google Shape;1312;p8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1313" name="Google Shape;1313;p8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1314" name="Google Shape;1314;p8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1315" name="Google Shape;1315;p8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1316" name="Google Shape;1316;p8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17" name="Google Shape;1317;p8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18" name="Google Shape;1318;p8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319" name="Google Shape;1319;p8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1320" name="Google Shape;1320;p8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1321" name="Shape 1321"/>
        <p:cNvGrpSpPr/>
        <p:nvPr/>
      </p:nvGrpSpPr>
      <p:grpSpPr>
        <a:xfrm>
          <a:off x="0" y="0"/>
          <a:ext cx="0" cy="0"/>
          <a:chOff x="0" y="0"/>
          <a:chExt cx="0" cy="0"/>
        </a:xfrm>
      </p:grpSpPr>
      <p:sp>
        <p:nvSpPr>
          <p:cNvPr id="1322" name="Google Shape;1322;p8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1323" name="Google Shape;1323;p8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1324" name="Google Shape;1324;p8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1325" name="Google Shape;1325;p8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1326" name="Google Shape;1326;p8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1327" name="Google Shape;1327;p8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1328" name="Google Shape;1328;p8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329" name="Google Shape;1329;p8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1330" name="Google Shape;1330;p8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1331" name="Google Shape;1331;p8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1332" name="Google Shape;1332;p8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1333" name="Google Shape;1333;p8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1334" name="Google Shape;1334;p8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335" name="Google Shape;1335;p8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336" name="Google Shape;1336;p8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337" name="Google Shape;1337;p8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338" name="Google Shape;1338;p8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1339" name="Google Shape;1339;p8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1340" name="Shape 1340"/>
        <p:cNvGrpSpPr/>
        <p:nvPr/>
      </p:nvGrpSpPr>
      <p:grpSpPr>
        <a:xfrm>
          <a:off x="0" y="0"/>
          <a:ext cx="0" cy="0"/>
          <a:chOff x="0" y="0"/>
          <a:chExt cx="0" cy="0"/>
        </a:xfrm>
      </p:grpSpPr>
      <p:sp>
        <p:nvSpPr>
          <p:cNvPr id="1341" name="Google Shape;1341;p8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1342" name="Google Shape;1342;p8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1343" name="Google Shape;1343;p8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344" name="Google Shape;1344;p8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345" name="Google Shape;1345;p8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1346" name="Google Shape;1346;p8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1347" name="Google Shape;1347;p8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1348" name="Google Shape;1348;p8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1349" name="Google Shape;1349;p8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1350" name="Google Shape;1350;p8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1351" name="Google Shape;1351;p8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1352" name="Google Shape;1352;p8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1353" name="Google Shape;1353;p8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1354" name="Google Shape;1354;p8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1355" name="Google Shape;1355;p8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1356" name="Shape 1356"/>
        <p:cNvGrpSpPr/>
        <p:nvPr/>
      </p:nvGrpSpPr>
      <p:grpSpPr>
        <a:xfrm>
          <a:off x="0" y="0"/>
          <a:ext cx="0" cy="0"/>
          <a:chOff x="0" y="0"/>
          <a:chExt cx="0" cy="0"/>
        </a:xfrm>
      </p:grpSpPr>
      <p:grpSp>
        <p:nvGrpSpPr>
          <p:cNvPr id="1357" name="Google Shape;1357;p83"/>
          <p:cNvGrpSpPr/>
          <p:nvPr/>
        </p:nvGrpSpPr>
        <p:grpSpPr>
          <a:xfrm flipH="1">
            <a:off x="3199575" y="156175"/>
            <a:ext cx="1851000" cy="1225325"/>
            <a:chOff x="461225" y="3875100"/>
            <a:chExt cx="1851000" cy="1225325"/>
          </a:xfrm>
        </p:grpSpPr>
        <p:grpSp>
          <p:nvGrpSpPr>
            <p:cNvPr id="1358" name="Google Shape;1358;p83"/>
            <p:cNvGrpSpPr/>
            <p:nvPr/>
          </p:nvGrpSpPr>
          <p:grpSpPr>
            <a:xfrm>
              <a:off x="461225" y="3875100"/>
              <a:ext cx="1851000" cy="114600"/>
              <a:chOff x="461225" y="3504775"/>
              <a:chExt cx="1851000" cy="114600"/>
            </a:xfrm>
          </p:grpSpPr>
          <p:sp>
            <p:nvSpPr>
              <p:cNvPr id="1359" name="Google Shape;1359;p8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0" name="Google Shape;1360;p8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1" name="Google Shape;1361;p8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2" name="Google Shape;1362;p8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3" name="Google Shape;1363;p8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64" name="Google Shape;1364;p83"/>
            <p:cNvGrpSpPr/>
            <p:nvPr/>
          </p:nvGrpSpPr>
          <p:grpSpPr>
            <a:xfrm>
              <a:off x="461225" y="3989700"/>
              <a:ext cx="1480800" cy="1110725"/>
              <a:chOff x="461225" y="3249175"/>
              <a:chExt cx="1480800" cy="1110725"/>
            </a:xfrm>
          </p:grpSpPr>
          <p:sp>
            <p:nvSpPr>
              <p:cNvPr id="1365" name="Google Shape;1365;p8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6" name="Google Shape;1366;p8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7" name="Google Shape;1367;p8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8" name="Google Shape;1368;p8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69" name="Google Shape;1369;p83"/>
            <p:cNvGrpSpPr/>
            <p:nvPr/>
          </p:nvGrpSpPr>
          <p:grpSpPr>
            <a:xfrm>
              <a:off x="831425" y="4360025"/>
              <a:ext cx="1480800" cy="370200"/>
              <a:chOff x="831425" y="3249175"/>
              <a:chExt cx="1480800" cy="370200"/>
            </a:xfrm>
          </p:grpSpPr>
          <p:sp>
            <p:nvSpPr>
              <p:cNvPr id="1370" name="Google Shape;1370;p8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1" name="Google Shape;1371;p8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2" name="Google Shape;1372;p8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3" name="Google Shape;1373;p8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74" name="Google Shape;1374;p8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375" name="Google Shape;1375;p8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1376" name="Google Shape;1376;p8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377" name="Google Shape;1377;p8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378" name="Google Shape;1378;p8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1379" name="Google Shape;1379;p8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1380" name="Google Shape;1380;p8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1381" name="Shape 1381"/>
        <p:cNvGrpSpPr/>
        <p:nvPr/>
      </p:nvGrpSpPr>
      <p:grpSpPr>
        <a:xfrm>
          <a:off x="0" y="0"/>
          <a:ext cx="0" cy="0"/>
          <a:chOff x="0" y="0"/>
          <a:chExt cx="0" cy="0"/>
        </a:xfrm>
      </p:grpSpPr>
      <p:grpSp>
        <p:nvGrpSpPr>
          <p:cNvPr id="1382" name="Google Shape;1382;p84"/>
          <p:cNvGrpSpPr/>
          <p:nvPr/>
        </p:nvGrpSpPr>
        <p:grpSpPr>
          <a:xfrm flipH="1">
            <a:off x="3199575" y="156175"/>
            <a:ext cx="1851000" cy="1225325"/>
            <a:chOff x="461225" y="3875100"/>
            <a:chExt cx="1851000" cy="1225325"/>
          </a:xfrm>
        </p:grpSpPr>
        <p:grpSp>
          <p:nvGrpSpPr>
            <p:cNvPr id="1383" name="Google Shape;1383;p84"/>
            <p:cNvGrpSpPr/>
            <p:nvPr/>
          </p:nvGrpSpPr>
          <p:grpSpPr>
            <a:xfrm>
              <a:off x="461225" y="3875100"/>
              <a:ext cx="1851000" cy="114600"/>
              <a:chOff x="461225" y="3504775"/>
              <a:chExt cx="1851000" cy="114600"/>
            </a:xfrm>
          </p:grpSpPr>
          <p:sp>
            <p:nvSpPr>
              <p:cNvPr id="1384" name="Google Shape;1384;p8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5" name="Google Shape;1385;p8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6" name="Google Shape;1386;p8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7" name="Google Shape;1387;p8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8" name="Google Shape;1388;p8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89" name="Google Shape;1389;p84"/>
            <p:cNvGrpSpPr/>
            <p:nvPr/>
          </p:nvGrpSpPr>
          <p:grpSpPr>
            <a:xfrm>
              <a:off x="461225" y="3989700"/>
              <a:ext cx="1480800" cy="1110725"/>
              <a:chOff x="461225" y="3249175"/>
              <a:chExt cx="1480800" cy="1110725"/>
            </a:xfrm>
          </p:grpSpPr>
          <p:sp>
            <p:nvSpPr>
              <p:cNvPr id="1390" name="Google Shape;1390;p8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1" name="Google Shape;1391;p8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2" name="Google Shape;1392;p8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3" name="Google Shape;1393;p8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94" name="Google Shape;1394;p84"/>
            <p:cNvGrpSpPr/>
            <p:nvPr/>
          </p:nvGrpSpPr>
          <p:grpSpPr>
            <a:xfrm>
              <a:off x="831425" y="4360025"/>
              <a:ext cx="1480800" cy="370200"/>
              <a:chOff x="831425" y="3249175"/>
              <a:chExt cx="1480800" cy="370200"/>
            </a:xfrm>
          </p:grpSpPr>
          <p:sp>
            <p:nvSpPr>
              <p:cNvPr id="1395" name="Google Shape;1395;p8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6" name="Google Shape;1396;p8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7" name="Google Shape;1397;p8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8" name="Google Shape;1398;p8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99" name="Google Shape;1399;p8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400" name="Google Shape;1400;p8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401" name="Google Shape;1401;p8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1402" name="Google Shape;1402;p8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1403" name="Google Shape;1403;p8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1404" name="Google Shape;1404;p8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1405" name="Google Shape;1405;p8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1406" name="Google Shape;1406;p8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1407" name="Google Shape;1407;p8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1408" name="Google Shape;1408;p8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1409" name="Google Shape;1409;p8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1410" name="Google Shape;1410;p8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1411" name="Google Shape;1411;p8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1412" name="Google Shape;1412;p8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1413" name="Google Shape;1413;p8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14" name="Google Shape;1414;p8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1415" name="Google Shape;1415;p8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1416" name="Google Shape;1416;p8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417" name="Google Shape;1417;p8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1418" name="Shape 1418"/>
        <p:cNvGrpSpPr/>
        <p:nvPr/>
      </p:nvGrpSpPr>
      <p:grpSpPr>
        <a:xfrm>
          <a:off x="0" y="0"/>
          <a:ext cx="0" cy="0"/>
          <a:chOff x="0" y="0"/>
          <a:chExt cx="0" cy="0"/>
        </a:xfrm>
      </p:grpSpPr>
      <p:grpSp>
        <p:nvGrpSpPr>
          <p:cNvPr id="1419" name="Google Shape;1419;p85"/>
          <p:cNvGrpSpPr/>
          <p:nvPr/>
        </p:nvGrpSpPr>
        <p:grpSpPr>
          <a:xfrm>
            <a:off x="115026" y="364"/>
            <a:ext cx="5125634" cy="5143564"/>
            <a:chOff x="312900" y="2788524"/>
            <a:chExt cx="2221197" cy="1994480"/>
          </a:xfrm>
        </p:grpSpPr>
        <p:grpSp>
          <p:nvGrpSpPr>
            <p:cNvPr id="1420" name="Google Shape;1420;p85"/>
            <p:cNvGrpSpPr/>
            <p:nvPr/>
          </p:nvGrpSpPr>
          <p:grpSpPr>
            <a:xfrm>
              <a:off x="312900" y="2788524"/>
              <a:ext cx="1851000" cy="1994480"/>
              <a:chOff x="461225" y="3244074"/>
              <a:chExt cx="1851000" cy="1994480"/>
            </a:xfrm>
          </p:grpSpPr>
          <p:grpSp>
            <p:nvGrpSpPr>
              <p:cNvPr id="1421" name="Google Shape;1421;p85"/>
              <p:cNvGrpSpPr/>
              <p:nvPr/>
            </p:nvGrpSpPr>
            <p:grpSpPr>
              <a:xfrm>
                <a:off x="461229" y="3244074"/>
                <a:ext cx="1850992" cy="1994480"/>
                <a:chOff x="461229" y="3244074"/>
                <a:chExt cx="1850992" cy="1994480"/>
              </a:xfrm>
            </p:grpSpPr>
            <p:sp>
              <p:nvSpPr>
                <p:cNvPr id="1422" name="Google Shape;1422;p8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3" name="Google Shape;1423;p8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4" name="Google Shape;1424;p8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5" name="Google Shape;1425;p8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6" name="Google Shape;1426;p8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27" name="Google Shape;1427;p85"/>
              <p:cNvGrpSpPr/>
              <p:nvPr/>
            </p:nvGrpSpPr>
            <p:grpSpPr>
              <a:xfrm>
                <a:off x="461225" y="3619500"/>
                <a:ext cx="1851000" cy="370200"/>
                <a:chOff x="461225" y="3249175"/>
                <a:chExt cx="1851000" cy="370200"/>
              </a:xfrm>
            </p:grpSpPr>
            <p:sp>
              <p:nvSpPr>
                <p:cNvPr id="1428" name="Google Shape;1428;p8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9" name="Google Shape;1429;p8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0" name="Google Shape;1430;p8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1" name="Google Shape;1431;p8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2" name="Google Shape;1432;p8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3" name="Google Shape;1433;p85"/>
              <p:cNvGrpSpPr/>
              <p:nvPr/>
            </p:nvGrpSpPr>
            <p:grpSpPr>
              <a:xfrm>
                <a:off x="461225" y="3989700"/>
                <a:ext cx="1851000" cy="1110726"/>
                <a:chOff x="461225" y="3249175"/>
                <a:chExt cx="1851000" cy="1110726"/>
              </a:xfrm>
            </p:grpSpPr>
            <p:sp>
              <p:nvSpPr>
                <p:cNvPr id="1434" name="Google Shape;1434;p8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5" name="Google Shape;1435;p8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6" name="Google Shape;1436;p8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7" name="Google Shape;1437;p8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8" name="Google Shape;1438;p8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9" name="Google Shape;1439;p85"/>
              <p:cNvGrpSpPr/>
              <p:nvPr/>
            </p:nvGrpSpPr>
            <p:grpSpPr>
              <a:xfrm>
                <a:off x="461225" y="4360025"/>
                <a:ext cx="1851000" cy="370200"/>
                <a:chOff x="461225" y="3249175"/>
                <a:chExt cx="1851000" cy="370200"/>
              </a:xfrm>
            </p:grpSpPr>
            <p:sp>
              <p:nvSpPr>
                <p:cNvPr id="1440" name="Google Shape;1440;p8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1" name="Google Shape;1441;p8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2" name="Google Shape;1442;p8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3" name="Google Shape;1443;p8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44" name="Google Shape;1444;p8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45" name="Google Shape;1445;p85"/>
          <p:cNvGrpSpPr/>
          <p:nvPr/>
        </p:nvGrpSpPr>
        <p:grpSpPr>
          <a:xfrm flipH="1" rot="5400000">
            <a:off x="7145338" y="3274875"/>
            <a:ext cx="2221200" cy="1481050"/>
            <a:chOff x="312900" y="2793625"/>
            <a:chExt cx="2221200" cy="1481050"/>
          </a:xfrm>
        </p:grpSpPr>
        <p:grpSp>
          <p:nvGrpSpPr>
            <p:cNvPr id="1446" name="Google Shape;1446;p85"/>
            <p:cNvGrpSpPr/>
            <p:nvPr/>
          </p:nvGrpSpPr>
          <p:grpSpPr>
            <a:xfrm>
              <a:off x="312900" y="2793625"/>
              <a:ext cx="1851000" cy="1481050"/>
              <a:chOff x="461225" y="3249175"/>
              <a:chExt cx="1851000" cy="1481050"/>
            </a:xfrm>
          </p:grpSpPr>
          <p:grpSp>
            <p:nvGrpSpPr>
              <p:cNvPr id="1447" name="Google Shape;1447;p85"/>
              <p:cNvGrpSpPr/>
              <p:nvPr/>
            </p:nvGrpSpPr>
            <p:grpSpPr>
              <a:xfrm>
                <a:off x="461225" y="3249175"/>
                <a:ext cx="1851000" cy="370200"/>
                <a:chOff x="461225" y="3249175"/>
                <a:chExt cx="1851000" cy="370200"/>
              </a:xfrm>
            </p:grpSpPr>
            <p:sp>
              <p:nvSpPr>
                <p:cNvPr id="1448" name="Google Shape;1448;p8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9" name="Google Shape;1449;p8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0" name="Google Shape;1450;p8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1" name="Google Shape;1451;p8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2" name="Google Shape;1452;p8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53" name="Google Shape;1453;p85"/>
              <p:cNvGrpSpPr/>
              <p:nvPr/>
            </p:nvGrpSpPr>
            <p:grpSpPr>
              <a:xfrm>
                <a:off x="461225" y="3619500"/>
                <a:ext cx="1851000" cy="370200"/>
                <a:chOff x="461225" y="3249175"/>
                <a:chExt cx="1851000" cy="370200"/>
              </a:xfrm>
            </p:grpSpPr>
            <p:sp>
              <p:nvSpPr>
                <p:cNvPr id="1454" name="Google Shape;1454;p8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5" name="Google Shape;1455;p8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6" name="Google Shape;1456;p8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7" name="Google Shape;1457;p8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8" name="Google Shape;1458;p8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59" name="Google Shape;1459;p85"/>
              <p:cNvGrpSpPr/>
              <p:nvPr/>
            </p:nvGrpSpPr>
            <p:grpSpPr>
              <a:xfrm>
                <a:off x="461225" y="3989700"/>
                <a:ext cx="1851000" cy="370200"/>
                <a:chOff x="461225" y="3249175"/>
                <a:chExt cx="1851000" cy="370200"/>
              </a:xfrm>
            </p:grpSpPr>
            <p:sp>
              <p:nvSpPr>
                <p:cNvPr id="1460" name="Google Shape;1460;p8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1" name="Google Shape;1461;p8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2" name="Google Shape;1462;p8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3" name="Google Shape;1463;p8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4" name="Google Shape;1464;p8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65" name="Google Shape;1465;p85"/>
              <p:cNvGrpSpPr/>
              <p:nvPr/>
            </p:nvGrpSpPr>
            <p:grpSpPr>
              <a:xfrm>
                <a:off x="461225" y="4360025"/>
                <a:ext cx="1851000" cy="370200"/>
                <a:chOff x="461225" y="3249175"/>
                <a:chExt cx="1851000" cy="370200"/>
              </a:xfrm>
            </p:grpSpPr>
            <p:sp>
              <p:nvSpPr>
                <p:cNvPr id="1466" name="Google Shape;1466;p8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7" name="Google Shape;1467;p8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8" name="Google Shape;1468;p8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9" name="Google Shape;1469;p8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0" name="Google Shape;1470;p8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71" name="Google Shape;1471;p8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2" name="Google Shape;1472;p8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3" name="Google Shape;1473;p8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4" name="Google Shape;1474;p8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1475" name="Google Shape;1475;p8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476" name="Google Shape;1476;p8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77" name="Google Shape;1477;p8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478" name="Google Shape;1478;p8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1479" name="Google Shape;1479;p8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480" name="Google Shape;1480;p8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1481" name="Google Shape;1481;p8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482" name="Google Shape;1482;p8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1483" name="Google Shape;1483;p8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484" name="Google Shape;1484;p8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1485" name="Google Shape;1485;p8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486" name="Google Shape;1486;p8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1487" name="Google Shape;1487;p8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488" name="Google Shape;1488;p8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1489" name="Shape 1489"/>
        <p:cNvGrpSpPr/>
        <p:nvPr/>
      </p:nvGrpSpPr>
      <p:grpSpPr>
        <a:xfrm>
          <a:off x="0" y="0"/>
          <a:ext cx="0" cy="0"/>
          <a:chOff x="0" y="0"/>
          <a:chExt cx="0" cy="0"/>
        </a:xfrm>
      </p:grpSpPr>
      <p:sp>
        <p:nvSpPr>
          <p:cNvPr id="1490" name="Google Shape;1490;p8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1" name="Google Shape;1491;p86"/>
          <p:cNvSpPr/>
          <p:nvPr>
            <p:ph idx="2" type="pic"/>
          </p:nvPr>
        </p:nvSpPr>
        <p:spPr>
          <a:xfrm>
            <a:off x="6702600" y="-16150"/>
            <a:ext cx="2441400" cy="2574600"/>
          </a:xfrm>
          <a:prstGeom prst="rect">
            <a:avLst/>
          </a:prstGeom>
          <a:noFill/>
          <a:ln>
            <a:noFill/>
          </a:ln>
        </p:spPr>
      </p:sp>
      <p:sp>
        <p:nvSpPr>
          <p:cNvPr id="1492" name="Google Shape;1492;p8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1493" name="Google Shape;1493;p8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494" name="Google Shape;1494;p8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495" name="Google Shape;1495;p8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496" name="Google Shape;1496;p8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497" name="Google Shape;1497;p8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1498" name="Google Shape;1498;p8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499" name="Google Shape;1499;p8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1500" name="Google Shape;1500;p8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501" name="Google Shape;1501;p8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502" name="Google Shape;1502;p8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503" name="Google Shape;1503;p8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504" name="Google Shape;1504;p8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505" name="Google Shape;1505;p8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506" name="Google Shape;1506;p8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1507" name="Google Shape;1507;p8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508" name="Shape 1508"/>
        <p:cNvGrpSpPr/>
        <p:nvPr/>
      </p:nvGrpSpPr>
      <p:grpSpPr>
        <a:xfrm>
          <a:off x="0" y="0"/>
          <a:ext cx="0" cy="0"/>
          <a:chOff x="0" y="0"/>
          <a:chExt cx="0" cy="0"/>
        </a:xfrm>
      </p:grpSpPr>
      <p:sp>
        <p:nvSpPr>
          <p:cNvPr id="1509" name="Google Shape;1509;p8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0" name="Google Shape;1510;p8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511" name="Google Shape;1511;p87"/>
          <p:cNvSpPr/>
          <p:nvPr>
            <p:ph idx="2" type="pic"/>
          </p:nvPr>
        </p:nvSpPr>
        <p:spPr>
          <a:xfrm>
            <a:off x="5457500" y="0"/>
            <a:ext cx="3686400" cy="5143500"/>
          </a:xfrm>
          <a:prstGeom prst="rect">
            <a:avLst/>
          </a:prstGeom>
          <a:noFill/>
          <a:ln>
            <a:noFill/>
          </a:ln>
        </p:spPr>
      </p:sp>
      <p:sp>
        <p:nvSpPr>
          <p:cNvPr id="1512" name="Google Shape;1512;p8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1513" name="Google Shape;1513;p8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1514" name="Google Shape;1514;p8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515" name="Google Shape;1515;p8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516" name="Google Shape;1516;p8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1517" name="Shape 1517"/>
        <p:cNvGrpSpPr/>
        <p:nvPr/>
      </p:nvGrpSpPr>
      <p:grpSpPr>
        <a:xfrm>
          <a:off x="0" y="0"/>
          <a:ext cx="0" cy="0"/>
          <a:chOff x="0" y="0"/>
          <a:chExt cx="0" cy="0"/>
        </a:xfrm>
      </p:grpSpPr>
      <p:grpSp>
        <p:nvGrpSpPr>
          <p:cNvPr id="1518" name="Google Shape;1518;p88"/>
          <p:cNvGrpSpPr/>
          <p:nvPr/>
        </p:nvGrpSpPr>
        <p:grpSpPr>
          <a:xfrm>
            <a:off x="7704171" y="1036593"/>
            <a:ext cx="1439893" cy="3234395"/>
            <a:chOff x="461225" y="3249175"/>
            <a:chExt cx="1110600" cy="2221578"/>
          </a:xfrm>
        </p:grpSpPr>
        <p:grpSp>
          <p:nvGrpSpPr>
            <p:cNvPr id="1519" name="Google Shape;1519;p88"/>
            <p:cNvGrpSpPr/>
            <p:nvPr/>
          </p:nvGrpSpPr>
          <p:grpSpPr>
            <a:xfrm>
              <a:off x="831422" y="3249175"/>
              <a:ext cx="740403" cy="2221578"/>
              <a:chOff x="831422" y="3249175"/>
              <a:chExt cx="740403" cy="2221578"/>
            </a:xfrm>
          </p:grpSpPr>
          <p:sp>
            <p:nvSpPr>
              <p:cNvPr id="1520" name="Google Shape;1520;p8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1521" name="Google Shape;1521;p8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1522" name="Google Shape;1522;p8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1523" name="Google Shape;1523;p88"/>
            <p:cNvGrpSpPr/>
            <p:nvPr/>
          </p:nvGrpSpPr>
          <p:grpSpPr>
            <a:xfrm>
              <a:off x="461225" y="3619500"/>
              <a:ext cx="1110600" cy="370200"/>
              <a:chOff x="461225" y="3249175"/>
              <a:chExt cx="1110600" cy="370200"/>
            </a:xfrm>
          </p:grpSpPr>
          <p:sp>
            <p:nvSpPr>
              <p:cNvPr id="1524" name="Google Shape;1524;p8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1525" name="Google Shape;1525;p8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1526" name="Google Shape;1526;p8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1527" name="Google Shape;1527;p88"/>
            <p:cNvGrpSpPr/>
            <p:nvPr/>
          </p:nvGrpSpPr>
          <p:grpSpPr>
            <a:xfrm>
              <a:off x="461225" y="3989700"/>
              <a:ext cx="1110600" cy="1110726"/>
              <a:chOff x="461225" y="3249175"/>
              <a:chExt cx="1110600" cy="1110726"/>
            </a:xfrm>
          </p:grpSpPr>
          <p:sp>
            <p:nvSpPr>
              <p:cNvPr id="1528" name="Google Shape;1528;p8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1529" name="Google Shape;1529;p8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1530" name="Google Shape;1530;p8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1531" name="Google Shape;1531;p88"/>
            <p:cNvGrpSpPr/>
            <p:nvPr/>
          </p:nvGrpSpPr>
          <p:grpSpPr>
            <a:xfrm>
              <a:off x="831422" y="4360025"/>
              <a:ext cx="370203" cy="740520"/>
              <a:chOff x="831422" y="3249175"/>
              <a:chExt cx="370203" cy="740520"/>
            </a:xfrm>
          </p:grpSpPr>
          <p:sp>
            <p:nvSpPr>
              <p:cNvPr id="1532" name="Google Shape;1532;p8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1533" name="Google Shape;1533;p8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1534" name="Google Shape;1534;p8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1535" name="Google Shape;1535;p8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536" name="Google Shape;1536;p8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1537" name="Google Shape;1537;p8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1538" name="Google Shape;1538;p8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1539" name="Google Shape;1539;p8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540" name="Google Shape;1540;p8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541" name="Google Shape;1541;p8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542" name="Google Shape;1542;p8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543" name="Google Shape;1543;p8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544" name="Google Shape;1544;p8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545" name="Google Shape;1545;p8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546" name="Google Shape;1546;p8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1547" name="Shape 1547"/>
        <p:cNvGrpSpPr/>
        <p:nvPr/>
      </p:nvGrpSpPr>
      <p:grpSpPr>
        <a:xfrm>
          <a:off x="0" y="0"/>
          <a:ext cx="0" cy="0"/>
          <a:chOff x="0" y="0"/>
          <a:chExt cx="0" cy="0"/>
        </a:xfrm>
      </p:grpSpPr>
      <p:grpSp>
        <p:nvGrpSpPr>
          <p:cNvPr id="1548" name="Google Shape;1548;p89"/>
          <p:cNvGrpSpPr/>
          <p:nvPr/>
        </p:nvGrpSpPr>
        <p:grpSpPr>
          <a:xfrm>
            <a:off x="0" y="506850"/>
            <a:ext cx="930250" cy="2593175"/>
            <a:chOff x="0" y="506850"/>
            <a:chExt cx="930250" cy="2593175"/>
          </a:xfrm>
        </p:grpSpPr>
        <p:grpSp>
          <p:nvGrpSpPr>
            <p:cNvPr id="1549" name="Google Shape;1549;p89"/>
            <p:cNvGrpSpPr/>
            <p:nvPr/>
          </p:nvGrpSpPr>
          <p:grpSpPr>
            <a:xfrm>
              <a:off x="0" y="877050"/>
              <a:ext cx="930250" cy="2222975"/>
              <a:chOff x="1233650" y="2421900"/>
              <a:chExt cx="930250" cy="2222975"/>
            </a:xfrm>
          </p:grpSpPr>
          <p:grpSp>
            <p:nvGrpSpPr>
              <p:cNvPr id="1550" name="Google Shape;1550;p89"/>
              <p:cNvGrpSpPr/>
              <p:nvPr/>
            </p:nvGrpSpPr>
            <p:grpSpPr>
              <a:xfrm>
                <a:off x="1233650" y="2793625"/>
                <a:ext cx="560050" cy="1851250"/>
                <a:chOff x="1381975" y="3249175"/>
                <a:chExt cx="560050" cy="1851250"/>
              </a:xfrm>
            </p:grpSpPr>
            <p:sp>
              <p:nvSpPr>
                <p:cNvPr id="1551" name="Google Shape;1551;p8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2" name="Google Shape;1552;p8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553" name="Google Shape;1553;p89"/>
                <p:cNvGrpSpPr/>
                <p:nvPr/>
              </p:nvGrpSpPr>
              <p:grpSpPr>
                <a:xfrm>
                  <a:off x="1381975" y="3989700"/>
                  <a:ext cx="560050" cy="1110725"/>
                  <a:chOff x="1381975" y="3249175"/>
                  <a:chExt cx="560050" cy="1110725"/>
                </a:xfrm>
              </p:grpSpPr>
              <p:sp>
                <p:nvSpPr>
                  <p:cNvPr id="1554" name="Google Shape;1554;p8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5" name="Google Shape;1555;p8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6" name="Google Shape;1556;p8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57" name="Google Shape;1557;p89"/>
                <p:cNvGrpSpPr/>
                <p:nvPr/>
              </p:nvGrpSpPr>
              <p:grpSpPr>
                <a:xfrm>
                  <a:off x="1381975" y="4360025"/>
                  <a:ext cx="560050" cy="370200"/>
                  <a:chOff x="1381975" y="3249175"/>
                  <a:chExt cx="560050" cy="370200"/>
                </a:xfrm>
              </p:grpSpPr>
              <p:sp>
                <p:nvSpPr>
                  <p:cNvPr id="1558" name="Google Shape;1558;p8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9" name="Google Shape;1559;p8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560" name="Google Shape;1560;p8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561" name="Google Shape;1561;p8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562" name="Google Shape;1562;p8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1563" name="Google Shape;1563;p8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1564" name="Google Shape;1564;p8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1565" name="Google Shape;1565;p8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566" name="Google Shape;1566;p8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1567" name="Google Shape;1567;p8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568" name="Google Shape;1568;p8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1569" name="Google Shape;1569;p8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570" name="Google Shape;1570;p89"/>
          <p:cNvGrpSpPr/>
          <p:nvPr/>
        </p:nvGrpSpPr>
        <p:grpSpPr>
          <a:xfrm rot="5400000">
            <a:off x="7381575" y="-838700"/>
            <a:ext cx="930250" cy="2591775"/>
            <a:chOff x="0" y="508250"/>
            <a:chExt cx="930250" cy="2591775"/>
          </a:xfrm>
        </p:grpSpPr>
        <p:grpSp>
          <p:nvGrpSpPr>
            <p:cNvPr id="1571" name="Google Shape;1571;p89"/>
            <p:cNvGrpSpPr/>
            <p:nvPr/>
          </p:nvGrpSpPr>
          <p:grpSpPr>
            <a:xfrm>
              <a:off x="0" y="877050"/>
              <a:ext cx="930250" cy="2222975"/>
              <a:chOff x="1233650" y="2421900"/>
              <a:chExt cx="930250" cy="2222975"/>
            </a:xfrm>
          </p:grpSpPr>
          <p:grpSp>
            <p:nvGrpSpPr>
              <p:cNvPr id="1572" name="Google Shape;1572;p89"/>
              <p:cNvGrpSpPr/>
              <p:nvPr/>
            </p:nvGrpSpPr>
            <p:grpSpPr>
              <a:xfrm>
                <a:off x="1233650" y="2793625"/>
                <a:ext cx="930250" cy="1851250"/>
                <a:chOff x="1381975" y="3249175"/>
                <a:chExt cx="930250" cy="1851250"/>
              </a:xfrm>
            </p:grpSpPr>
            <p:grpSp>
              <p:nvGrpSpPr>
                <p:cNvPr id="1573" name="Google Shape;1573;p89"/>
                <p:cNvGrpSpPr/>
                <p:nvPr/>
              </p:nvGrpSpPr>
              <p:grpSpPr>
                <a:xfrm>
                  <a:off x="1571825" y="3249175"/>
                  <a:ext cx="740400" cy="370200"/>
                  <a:chOff x="1571825" y="3249175"/>
                  <a:chExt cx="740400" cy="370200"/>
                </a:xfrm>
              </p:grpSpPr>
              <p:sp>
                <p:nvSpPr>
                  <p:cNvPr id="1574" name="Google Shape;1574;p8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5" name="Google Shape;1575;p8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576" name="Google Shape;1576;p8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577" name="Google Shape;1577;p89"/>
                <p:cNvGrpSpPr/>
                <p:nvPr/>
              </p:nvGrpSpPr>
              <p:grpSpPr>
                <a:xfrm>
                  <a:off x="1381975" y="3989700"/>
                  <a:ext cx="560050" cy="1110725"/>
                  <a:chOff x="1381975" y="3249175"/>
                  <a:chExt cx="560050" cy="1110725"/>
                </a:xfrm>
              </p:grpSpPr>
              <p:sp>
                <p:nvSpPr>
                  <p:cNvPr id="1578" name="Google Shape;1578;p8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9" name="Google Shape;1579;p8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80" name="Google Shape;1580;p8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81" name="Google Shape;1581;p89"/>
                <p:cNvGrpSpPr/>
                <p:nvPr/>
              </p:nvGrpSpPr>
              <p:grpSpPr>
                <a:xfrm>
                  <a:off x="1381975" y="4360025"/>
                  <a:ext cx="560050" cy="370200"/>
                  <a:chOff x="1381975" y="3249175"/>
                  <a:chExt cx="560050" cy="370200"/>
                </a:xfrm>
              </p:grpSpPr>
              <p:sp>
                <p:nvSpPr>
                  <p:cNvPr id="1582" name="Google Shape;1582;p8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83" name="Google Shape;1583;p8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584" name="Google Shape;1584;p8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585" name="Google Shape;1585;p8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586" name="Google Shape;1586;p8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587" name="Google Shape;1587;p8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1588" name="Google Shape;1588;p8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1589" name="Google Shape;1589;p8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0" name="Google Shape;1590;p8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1" name="Google Shape;1591;p8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1592" name="Google Shape;1592;p8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1593" name="Google Shape;1593;p8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1594" name="Google Shape;1594;p8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1595" name="Google Shape;1595;p8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1596" name="Google Shape;1596;p8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1597" name="Shape 1597"/>
        <p:cNvGrpSpPr/>
        <p:nvPr/>
      </p:nvGrpSpPr>
      <p:grpSpPr>
        <a:xfrm>
          <a:off x="0" y="0"/>
          <a:ext cx="0" cy="0"/>
          <a:chOff x="0" y="0"/>
          <a:chExt cx="0" cy="0"/>
        </a:xfrm>
      </p:grpSpPr>
      <p:sp>
        <p:nvSpPr>
          <p:cNvPr id="1598" name="Google Shape;1598;p9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599" name="Google Shape;1599;p9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600" name="Google Shape;1600;p9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601" name="Google Shape;1601;p9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1602" name="Google Shape;1602;p90"/>
          <p:cNvGrpSpPr/>
          <p:nvPr/>
        </p:nvGrpSpPr>
        <p:grpSpPr>
          <a:xfrm>
            <a:off x="7073603" y="0"/>
            <a:ext cx="2070408" cy="1617374"/>
            <a:chOff x="6787102" y="-57263"/>
            <a:chExt cx="2403260" cy="1877393"/>
          </a:xfrm>
        </p:grpSpPr>
        <p:grpSp>
          <p:nvGrpSpPr>
            <p:cNvPr id="1603" name="Google Shape;1603;p90"/>
            <p:cNvGrpSpPr/>
            <p:nvPr/>
          </p:nvGrpSpPr>
          <p:grpSpPr>
            <a:xfrm rot="10800000">
              <a:off x="8286413" y="1320355"/>
              <a:ext cx="903863" cy="499775"/>
              <a:chOff x="532097" y="3249175"/>
              <a:chExt cx="669528" cy="370204"/>
            </a:xfrm>
          </p:grpSpPr>
          <p:sp>
            <p:nvSpPr>
              <p:cNvPr id="1604" name="Google Shape;1604;p9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5" name="Google Shape;1605;p9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06" name="Google Shape;1606;p90"/>
            <p:cNvGrpSpPr/>
            <p:nvPr/>
          </p:nvGrpSpPr>
          <p:grpSpPr>
            <a:xfrm rot="10800000">
              <a:off x="6787103" y="820419"/>
              <a:ext cx="2402289" cy="499772"/>
              <a:chOff x="532752" y="3249175"/>
              <a:chExt cx="1779473" cy="370202"/>
            </a:xfrm>
          </p:grpSpPr>
          <p:sp>
            <p:nvSpPr>
              <p:cNvPr id="1607" name="Google Shape;1607;p9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8" name="Google Shape;1608;p9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9" name="Google Shape;1609;p9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0" name="Google Shape;1610;p9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11" name="Google Shape;1611;p90"/>
            <p:cNvGrpSpPr/>
            <p:nvPr/>
          </p:nvGrpSpPr>
          <p:grpSpPr>
            <a:xfrm rot="10800000">
              <a:off x="7286873" y="320651"/>
              <a:ext cx="1499310" cy="499770"/>
              <a:chOff x="831425" y="3249175"/>
              <a:chExt cx="1110600" cy="370200"/>
            </a:xfrm>
          </p:grpSpPr>
          <p:sp>
            <p:nvSpPr>
              <p:cNvPr id="1612" name="Google Shape;1612;p9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3" name="Google Shape;1613;p9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4" name="Google Shape;1614;p9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15" name="Google Shape;1615;p90"/>
            <p:cNvGrpSpPr/>
            <p:nvPr/>
          </p:nvGrpSpPr>
          <p:grpSpPr>
            <a:xfrm rot="10800000">
              <a:off x="6787102" y="-57263"/>
              <a:ext cx="2403260" cy="377865"/>
              <a:chOff x="532032" y="3249173"/>
              <a:chExt cx="1780193" cy="370202"/>
            </a:xfrm>
          </p:grpSpPr>
          <p:sp>
            <p:nvSpPr>
              <p:cNvPr id="1616" name="Google Shape;1616;p9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7" name="Google Shape;1617;p9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8" name="Google Shape;1618;p9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9" name="Google Shape;1619;p9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0" name="Google Shape;1620;p9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621" name="Google Shape;1621;p9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2" name="Google Shape;1622;p9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3" name="Google Shape;1623;p9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4" name="Google Shape;1624;p9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5" name="Google Shape;1625;p9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626" name="Google Shape;1626;p9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1627" name="Google Shape;1627;p9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1628" name="Google Shape;1628;p9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9" name="Google Shape;1629;p9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0" name="Google Shape;1630;p9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1" name="Google Shape;1631;p9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2" name="Google Shape;1632;p9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1633" name="Shape 1633"/>
        <p:cNvGrpSpPr/>
        <p:nvPr/>
      </p:nvGrpSpPr>
      <p:grpSpPr>
        <a:xfrm>
          <a:off x="0" y="0"/>
          <a:ext cx="0" cy="0"/>
          <a:chOff x="0" y="0"/>
          <a:chExt cx="0" cy="0"/>
        </a:xfrm>
      </p:grpSpPr>
      <p:sp>
        <p:nvSpPr>
          <p:cNvPr id="1634" name="Google Shape;1634;p9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635" name="Google Shape;1635;p9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636" name="Google Shape;1636;p9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637" name="Google Shape;1637;p9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638" name="Google Shape;1638;p9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639" name="Google Shape;1639;p9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1640" name="Google Shape;1640;p9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1641" name="Google Shape;1641;p91"/>
          <p:cNvGrpSpPr/>
          <p:nvPr/>
        </p:nvGrpSpPr>
        <p:grpSpPr>
          <a:xfrm>
            <a:off x="7073603" y="0"/>
            <a:ext cx="2070408" cy="1617374"/>
            <a:chOff x="6787102" y="-57263"/>
            <a:chExt cx="2403260" cy="1877393"/>
          </a:xfrm>
        </p:grpSpPr>
        <p:grpSp>
          <p:nvGrpSpPr>
            <p:cNvPr id="1642" name="Google Shape;1642;p91"/>
            <p:cNvGrpSpPr/>
            <p:nvPr/>
          </p:nvGrpSpPr>
          <p:grpSpPr>
            <a:xfrm rot="10800000">
              <a:off x="8286413" y="1320355"/>
              <a:ext cx="903863" cy="499775"/>
              <a:chOff x="532097" y="3249175"/>
              <a:chExt cx="669528" cy="370204"/>
            </a:xfrm>
          </p:grpSpPr>
          <p:sp>
            <p:nvSpPr>
              <p:cNvPr id="1643" name="Google Shape;1643;p9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44" name="Google Shape;1644;p9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45" name="Google Shape;1645;p91"/>
            <p:cNvGrpSpPr/>
            <p:nvPr/>
          </p:nvGrpSpPr>
          <p:grpSpPr>
            <a:xfrm rot="10800000">
              <a:off x="6787103" y="820419"/>
              <a:ext cx="2402289" cy="499772"/>
              <a:chOff x="532752" y="3249175"/>
              <a:chExt cx="1779473" cy="370202"/>
            </a:xfrm>
          </p:grpSpPr>
          <p:sp>
            <p:nvSpPr>
              <p:cNvPr id="1646" name="Google Shape;1646;p9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47" name="Google Shape;1647;p9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48" name="Google Shape;1648;p9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49" name="Google Shape;1649;p9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50" name="Google Shape;1650;p91"/>
            <p:cNvGrpSpPr/>
            <p:nvPr/>
          </p:nvGrpSpPr>
          <p:grpSpPr>
            <a:xfrm rot="10800000">
              <a:off x="7286873" y="320651"/>
              <a:ext cx="1499310" cy="499770"/>
              <a:chOff x="831425" y="3249175"/>
              <a:chExt cx="1110600" cy="370200"/>
            </a:xfrm>
          </p:grpSpPr>
          <p:sp>
            <p:nvSpPr>
              <p:cNvPr id="1651" name="Google Shape;1651;p9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2" name="Google Shape;1652;p9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3" name="Google Shape;1653;p9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54" name="Google Shape;1654;p91"/>
            <p:cNvGrpSpPr/>
            <p:nvPr/>
          </p:nvGrpSpPr>
          <p:grpSpPr>
            <a:xfrm rot="10800000">
              <a:off x="6787102" y="-57263"/>
              <a:ext cx="2403260" cy="377865"/>
              <a:chOff x="532032" y="3249173"/>
              <a:chExt cx="1780193" cy="370202"/>
            </a:xfrm>
          </p:grpSpPr>
          <p:sp>
            <p:nvSpPr>
              <p:cNvPr id="1655" name="Google Shape;1655;p9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6" name="Google Shape;1656;p9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7" name="Google Shape;1657;p9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8" name="Google Shape;1658;p9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9" name="Google Shape;1659;p9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660" name="Google Shape;1660;p9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1" name="Google Shape;1661;p9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2" name="Google Shape;1662;p9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3" name="Google Shape;1663;p9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4" name="Google Shape;1664;p9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665" name="Google Shape;1665;p9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666" name="Google Shape;1666;p9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667" name="Google Shape;1667;p9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668" name="Google Shape;1668;p9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669" name="Google Shape;1669;p9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670" name="Google Shape;1670;p9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671" name="Google Shape;1671;p9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672" name="Google Shape;1672;p9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1673" name="Google Shape;1673;p9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1674" name="Shape 1674"/>
        <p:cNvGrpSpPr/>
        <p:nvPr/>
      </p:nvGrpSpPr>
      <p:grpSpPr>
        <a:xfrm>
          <a:off x="0" y="0"/>
          <a:ext cx="0" cy="0"/>
          <a:chOff x="0" y="0"/>
          <a:chExt cx="0" cy="0"/>
        </a:xfrm>
      </p:grpSpPr>
      <p:sp>
        <p:nvSpPr>
          <p:cNvPr id="1675" name="Google Shape;1675;p9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676" name="Google Shape;1676;p92"/>
          <p:cNvGrpSpPr/>
          <p:nvPr/>
        </p:nvGrpSpPr>
        <p:grpSpPr>
          <a:xfrm rot="10800000">
            <a:off x="5657179" y="-1"/>
            <a:ext cx="3486840" cy="2906092"/>
            <a:chOff x="312900" y="2793625"/>
            <a:chExt cx="2221200" cy="1851250"/>
          </a:xfrm>
        </p:grpSpPr>
        <p:grpSp>
          <p:nvGrpSpPr>
            <p:cNvPr id="1677" name="Google Shape;1677;p92"/>
            <p:cNvGrpSpPr/>
            <p:nvPr/>
          </p:nvGrpSpPr>
          <p:grpSpPr>
            <a:xfrm>
              <a:off x="312900" y="2793625"/>
              <a:ext cx="1851000" cy="1851250"/>
              <a:chOff x="461225" y="3249175"/>
              <a:chExt cx="1851000" cy="1851250"/>
            </a:xfrm>
          </p:grpSpPr>
          <p:grpSp>
            <p:nvGrpSpPr>
              <p:cNvPr id="1678" name="Google Shape;1678;p92"/>
              <p:cNvGrpSpPr/>
              <p:nvPr/>
            </p:nvGrpSpPr>
            <p:grpSpPr>
              <a:xfrm>
                <a:off x="461225" y="3249175"/>
                <a:ext cx="1851000" cy="370200"/>
                <a:chOff x="461225" y="3249175"/>
                <a:chExt cx="1851000" cy="370200"/>
              </a:xfrm>
            </p:grpSpPr>
            <p:sp>
              <p:nvSpPr>
                <p:cNvPr id="1679" name="Google Shape;1679;p9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0" name="Google Shape;1680;p9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1" name="Google Shape;1681;p9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2" name="Google Shape;1682;p9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83" name="Google Shape;1683;p92"/>
              <p:cNvGrpSpPr/>
              <p:nvPr/>
            </p:nvGrpSpPr>
            <p:grpSpPr>
              <a:xfrm>
                <a:off x="461225" y="3619500"/>
                <a:ext cx="1851000" cy="370200"/>
                <a:chOff x="461225" y="3249175"/>
                <a:chExt cx="1851000" cy="370200"/>
              </a:xfrm>
            </p:grpSpPr>
            <p:sp>
              <p:nvSpPr>
                <p:cNvPr id="1684" name="Google Shape;1684;p9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5" name="Google Shape;1685;p9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6" name="Google Shape;1686;p9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7" name="Google Shape;1687;p9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8" name="Google Shape;1688;p9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89" name="Google Shape;1689;p92"/>
              <p:cNvGrpSpPr/>
              <p:nvPr/>
            </p:nvGrpSpPr>
            <p:grpSpPr>
              <a:xfrm>
                <a:off x="461225" y="3989700"/>
                <a:ext cx="1480800" cy="1110725"/>
                <a:chOff x="461225" y="3249175"/>
                <a:chExt cx="1480800" cy="1110725"/>
              </a:xfrm>
            </p:grpSpPr>
            <p:sp>
              <p:nvSpPr>
                <p:cNvPr id="1690" name="Google Shape;1690;p9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1" name="Google Shape;1691;p9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2" name="Google Shape;1692;p9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3" name="Google Shape;1693;p9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4" name="Google Shape;1694;p92"/>
              <p:cNvGrpSpPr/>
              <p:nvPr/>
            </p:nvGrpSpPr>
            <p:grpSpPr>
              <a:xfrm>
                <a:off x="831425" y="4360025"/>
                <a:ext cx="1480800" cy="370200"/>
                <a:chOff x="831425" y="3249175"/>
                <a:chExt cx="1480800" cy="370200"/>
              </a:xfrm>
            </p:grpSpPr>
            <p:sp>
              <p:nvSpPr>
                <p:cNvPr id="1695" name="Google Shape;1695;p9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6" name="Google Shape;1696;p9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7" name="Google Shape;1697;p9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8" name="Google Shape;1698;p9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699" name="Google Shape;1699;p9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700" name="Google Shape;1700;p92"/>
          <p:cNvSpPr/>
          <p:nvPr>
            <p:ph idx="2" type="pic"/>
          </p:nvPr>
        </p:nvSpPr>
        <p:spPr>
          <a:xfrm>
            <a:off x="1200750" y="984738"/>
            <a:ext cx="1649400" cy="1649400"/>
          </a:xfrm>
          <a:prstGeom prst="ellipse">
            <a:avLst/>
          </a:prstGeom>
          <a:noFill/>
          <a:ln>
            <a:noFill/>
          </a:ln>
        </p:spPr>
      </p:sp>
      <p:sp>
        <p:nvSpPr>
          <p:cNvPr id="1701" name="Google Shape;1701;p92"/>
          <p:cNvSpPr/>
          <p:nvPr>
            <p:ph idx="3" type="pic"/>
          </p:nvPr>
        </p:nvSpPr>
        <p:spPr>
          <a:xfrm>
            <a:off x="3747300" y="921988"/>
            <a:ext cx="1649400" cy="1649400"/>
          </a:xfrm>
          <a:prstGeom prst="ellipse">
            <a:avLst/>
          </a:prstGeom>
          <a:noFill/>
          <a:ln>
            <a:noFill/>
          </a:ln>
        </p:spPr>
      </p:sp>
      <p:sp>
        <p:nvSpPr>
          <p:cNvPr id="1702" name="Google Shape;1702;p92"/>
          <p:cNvSpPr/>
          <p:nvPr>
            <p:ph idx="4" type="pic"/>
          </p:nvPr>
        </p:nvSpPr>
        <p:spPr>
          <a:xfrm>
            <a:off x="6080650" y="941438"/>
            <a:ext cx="1649400" cy="1649400"/>
          </a:xfrm>
          <a:prstGeom prst="ellipse">
            <a:avLst/>
          </a:prstGeom>
          <a:noFill/>
          <a:ln>
            <a:noFill/>
          </a:ln>
        </p:spPr>
      </p:sp>
      <p:sp>
        <p:nvSpPr>
          <p:cNvPr id="1703" name="Google Shape;1703;p9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704" name="Google Shape;1704;p9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705" name="Google Shape;1705;p9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706" name="Google Shape;1706;p9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707" name="Google Shape;1707;p9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708" name="Google Shape;1708;p9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709" name="Google Shape;1709;p9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10" name="Google Shape;1710;p9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11" name="Shape 1711"/>
        <p:cNvGrpSpPr/>
        <p:nvPr/>
      </p:nvGrpSpPr>
      <p:grpSpPr>
        <a:xfrm>
          <a:off x="0" y="0"/>
          <a:ext cx="0" cy="0"/>
          <a:chOff x="0" y="0"/>
          <a:chExt cx="0" cy="0"/>
        </a:xfrm>
      </p:grpSpPr>
      <p:sp>
        <p:nvSpPr>
          <p:cNvPr id="1712" name="Google Shape;1712;p9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13" name="Google Shape;1713;p9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714" name="Shape 1714"/>
        <p:cNvGrpSpPr/>
        <p:nvPr/>
      </p:nvGrpSpPr>
      <p:grpSpPr>
        <a:xfrm>
          <a:off x="0" y="0"/>
          <a:ext cx="0" cy="0"/>
          <a:chOff x="0" y="0"/>
          <a:chExt cx="0" cy="0"/>
        </a:xfrm>
      </p:grpSpPr>
      <p:sp>
        <p:nvSpPr>
          <p:cNvPr id="1715" name="Google Shape;1715;p9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716" name="Shape 1716"/>
        <p:cNvGrpSpPr/>
        <p:nvPr/>
      </p:nvGrpSpPr>
      <p:grpSpPr>
        <a:xfrm>
          <a:off x="0" y="0"/>
          <a:ext cx="0" cy="0"/>
          <a:chOff x="0" y="0"/>
          <a:chExt cx="0" cy="0"/>
        </a:xfrm>
      </p:grpSpPr>
      <p:sp>
        <p:nvSpPr>
          <p:cNvPr id="1717" name="Google Shape;1717;p9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18" name="Google Shape;1718;p9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1719" name="Shape 1719"/>
        <p:cNvGrpSpPr/>
        <p:nvPr/>
      </p:nvGrpSpPr>
      <p:grpSpPr>
        <a:xfrm>
          <a:off x="0" y="0"/>
          <a:ext cx="0" cy="0"/>
          <a:chOff x="0" y="0"/>
          <a:chExt cx="0" cy="0"/>
        </a:xfrm>
      </p:grpSpPr>
      <p:sp>
        <p:nvSpPr>
          <p:cNvPr id="1720" name="Google Shape;1720;p9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21" name="Google Shape;1721;p9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22" name="Google Shape;1722;p9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23" name="Shape 1723"/>
        <p:cNvGrpSpPr/>
        <p:nvPr/>
      </p:nvGrpSpPr>
      <p:grpSpPr>
        <a:xfrm>
          <a:off x="0" y="0"/>
          <a:ext cx="0" cy="0"/>
          <a:chOff x="0" y="0"/>
          <a:chExt cx="0" cy="0"/>
        </a:xfrm>
      </p:grpSpPr>
      <p:sp>
        <p:nvSpPr>
          <p:cNvPr id="1724" name="Google Shape;1724;p9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725" name="Shape 1725"/>
        <p:cNvGrpSpPr/>
        <p:nvPr/>
      </p:nvGrpSpPr>
      <p:grpSpPr>
        <a:xfrm>
          <a:off x="0" y="0"/>
          <a:ext cx="0" cy="0"/>
          <a:chOff x="0" y="0"/>
          <a:chExt cx="0" cy="0"/>
        </a:xfrm>
      </p:grpSpPr>
      <p:sp>
        <p:nvSpPr>
          <p:cNvPr id="1726" name="Google Shape;1726;p9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27" name="Google Shape;1727;p9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728" name="Shape 1728"/>
        <p:cNvGrpSpPr/>
        <p:nvPr/>
      </p:nvGrpSpPr>
      <p:grpSpPr>
        <a:xfrm>
          <a:off x="0" y="0"/>
          <a:ext cx="0" cy="0"/>
          <a:chOff x="0" y="0"/>
          <a:chExt cx="0" cy="0"/>
        </a:xfrm>
      </p:grpSpPr>
      <p:sp>
        <p:nvSpPr>
          <p:cNvPr id="1729" name="Google Shape;1729;p9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730" name="Shape 1730"/>
        <p:cNvGrpSpPr/>
        <p:nvPr/>
      </p:nvGrpSpPr>
      <p:grpSpPr>
        <a:xfrm>
          <a:off x="0" y="0"/>
          <a:ext cx="0" cy="0"/>
          <a:chOff x="0" y="0"/>
          <a:chExt cx="0" cy="0"/>
        </a:xfrm>
      </p:grpSpPr>
      <p:sp>
        <p:nvSpPr>
          <p:cNvPr id="1731" name="Google Shape;1731;p10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732" name="Google Shape;1732;p10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1733" name="Google Shape;1733;p10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734" name="Shape 1734"/>
        <p:cNvGrpSpPr/>
        <p:nvPr/>
      </p:nvGrpSpPr>
      <p:grpSpPr>
        <a:xfrm>
          <a:off x="0" y="0"/>
          <a:ext cx="0" cy="0"/>
          <a:chOff x="0" y="0"/>
          <a:chExt cx="0" cy="0"/>
        </a:xfrm>
      </p:grpSpPr>
      <p:sp>
        <p:nvSpPr>
          <p:cNvPr id="1735" name="Google Shape;1735;p10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36" name="Shape 1736"/>
        <p:cNvGrpSpPr/>
        <p:nvPr/>
      </p:nvGrpSpPr>
      <p:grpSpPr>
        <a:xfrm>
          <a:off x="0" y="0"/>
          <a:ext cx="0" cy="0"/>
          <a:chOff x="0" y="0"/>
          <a:chExt cx="0" cy="0"/>
        </a:xfrm>
      </p:grpSpPr>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737" name="Shape 1737"/>
        <p:cNvGrpSpPr/>
        <p:nvPr/>
      </p:nvGrpSpPr>
      <p:grpSpPr>
        <a:xfrm>
          <a:off x="0" y="0"/>
          <a:ext cx="0" cy="0"/>
          <a:chOff x="0" y="0"/>
          <a:chExt cx="0" cy="0"/>
        </a:xfrm>
      </p:grpSpPr>
      <p:sp>
        <p:nvSpPr>
          <p:cNvPr id="1738" name="Google Shape;1738;p10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39" name="Google Shape;1739;p10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0" name="Google Shape;1740;p10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1" name="Google Shape;1741;p10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2" name="Google Shape;1742;p10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3" name="Google Shape;1743;p10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4" name="Google Shape;1744;p10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1745" name="Shape 1745"/>
        <p:cNvGrpSpPr/>
        <p:nvPr/>
      </p:nvGrpSpPr>
      <p:grpSpPr>
        <a:xfrm>
          <a:off x="0" y="0"/>
          <a:ext cx="0" cy="0"/>
          <a:chOff x="0" y="0"/>
          <a:chExt cx="0" cy="0"/>
        </a:xfrm>
      </p:grpSpPr>
      <p:sp>
        <p:nvSpPr>
          <p:cNvPr id="1746" name="Google Shape;1746;p10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47" name="Google Shape;1747;p10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748" name="Google Shape;1748;p10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1749" name="Shape 1749"/>
        <p:cNvGrpSpPr/>
        <p:nvPr/>
      </p:nvGrpSpPr>
      <p:grpSpPr>
        <a:xfrm>
          <a:off x="0" y="0"/>
          <a:ext cx="0" cy="0"/>
          <a:chOff x="0" y="0"/>
          <a:chExt cx="0" cy="0"/>
        </a:xfrm>
      </p:grpSpPr>
      <p:sp>
        <p:nvSpPr>
          <p:cNvPr id="1750" name="Google Shape;1750;p10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51" name="Google Shape;1751;p10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752" name="Google Shape;1752;p10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53" name="Google Shape;1753;p10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4" name="Google Shape;1754;p10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1755" name="Shape 1755"/>
        <p:cNvGrpSpPr/>
        <p:nvPr/>
      </p:nvGrpSpPr>
      <p:grpSpPr>
        <a:xfrm>
          <a:off x="0" y="0"/>
          <a:ext cx="0" cy="0"/>
          <a:chOff x="0" y="0"/>
          <a:chExt cx="0" cy="0"/>
        </a:xfrm>
      </p:grpSpPr>
      <p:sp>
        <p:nvSpPr>
          <p:cNvPr id="1756" name="Google Shape;1756;p10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757" name="Google Shape;1757;p10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58" name="Google Shape;1758;p10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59" name="Google Shape;1759;p10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0" name="Google Shape;1760;p10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1" name="Google Shape;1761;p10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2" name="Google Shape;1762;p10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1763" name="Shape 1763"/>
        <p:cNvGrpSpPr/>
        <p:nvPr/>
      </p:nvGrpSpPr>
      <p:grpSpPr>
        <a:xfrm>
          <a:off x="0" y="0"/>
          <a:ext cx="0" cy="0"/>
          <a:chOff x="0" y="0"/>
          <a:chExt cx="0" cy="0"/>
        </a:xfrm>
      </p:grpSpPr>
      <p:sp>
        <p:nvSpPr>
          <p:cNvPr id="1764" name="Google Shape;1764;p10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765" name="Google Shape;1765;p10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66" name="Google Shape;1766;p10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67" name="Google Shape;1767;p10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68" name="Google Shape;1768;p10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69" name="Google Shape;1769;p10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0" name="Google Shape;1770;p10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1" name="Google Shape;1771;p10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2" name="Google Shape;1772;p10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1773" name="Shape 1773"/>
        <p:cNvGrpSpPr/>
        <p:nvPr/>
      </p:nvGrpSpPr>
      <p:grpSpPr>
        <a:xfrm>
          <a:off x="0" y="0"/>
          <a:ext cx="0" cy="0"/>
          <a:chOff x="0" y="0"/>
          <a:chExt cx="0" cy="0"/>
        </a:xfrm>
      </p:grpSpPr>
      <p:sp>
        <p:nvSpPr>
          <p:cNvPr id="1774" name="Google Shape;1774;p10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75" name="Google Shape;1775;p10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1776" name="Shape 1776"/>
        <p:cNvGrpSpPr/>
        <p:nvPr/>
      </p:nvGrpSpPr>
      <p:grpSpPr>
        <a:xfrm>
          <a:off x="0" y="0"/>
          <a:ext cx="0" cy="0"/>
          <a:chOff x="0" y="0"/>
          <a:chExt cx="0" cy="0"/>
        </a:xfrm>
      </p:grpSpPr>
      <p:sp>
        <p:nvSpPr>
          <p:cNvPr id="1777" name="Google Shape;1777;p10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778" name="Google Shape;1778;p109"/>
          <p:cNvSpPr/>
          <p:nvPr>
            <p:ph idx="2" type="pic"/>
          </p:nvPr>
        </p:nvSpPr>
        <p:spPr>
          <a:xfrm>
            <a:off x="4804825" y="1133300"/>
            <a:ext cx="4027500" cy="2392800"/>
          </a:xfrm>
          <a:prstGeom prst="rect">
            <a:avLst/>
          </a:prstGeom>
          <a:noFill/>
          <a:ln>
            <a:noFill/>
          </a:ln>
        </p:spPr>
      </p:sp>
      <p:sp>
        <p:nvSpPr>
          <p:cNvPr id="1779" name="Google Shape;1779;p109"/>
          <p:cNvSpPr/>
          <p:nvPr>
            <p:ph idx="3" type="pic"/>
          </p:nvPr>
        </p:nvSpPr>
        <p:spPr>
          <a:xfrm>
            <a:off x="311725" y="1133300"/>
            <a:ext cx="4027500" cy="2392800"/>
          </a:xfrm>
          <a:prstGeom prst="rect">
            <a:avLst/>
          </a:prstGeom>
          <a:noFill/>
          <a:ln>
            <a:noFill/>
          </a:ln>
        </p:spPr>
      </p:sp>
      <p:sp>
        <p:nvSpPr>
          <p:cNvPr id="1780" name="Google Shape;1780;p10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81" name="Google Shape;1781;p10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82" name="Google Shape;1782;p10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83" name="Google Shape;1783;p10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1784" name="Shape 1784"/>
        <p:cNvGrpSpPr/>
        <p:nvPr/>
      </p:nvGrpSpPr>
      <p:grpSpPr>
        <a:xfrm>
          <a:off x="0" y="0"/>
          <a:ext cx="0" cy="0"/>
          <a:chOff x="0" y="0"/>
          <a:chExt cx="0" cy="0"/>
        </a:xfrm>
      </p:grpSpPr>
      <p:sp>
        <p:nvSpPr>
          <p:cNvPr id="1785" name="Google Shape;1785;p11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786" name="Google Shape;1786;p110"/>
          <p:cNvSpPr/>
          <p:nvPr>
            <p:ph idx="2" type="pic"/>
          </p:nvPr>
        </p:nvSpPr>
        <p:spPr>
          <a:xfrm>
            <a:off x="6205225" y="1128325"/>
            <a:ext cx="2627100" cy="2273100"/>
          </a:xfrm>
          <a:prstGeom prst="rect">
            <a:avLst/>
          </a:prstGeom>
          <a:noFill/>
          <a:ln>
            <a:noFill/>
          </a:ln>
        </p:spPr>
      </p:sp>
      <p:sp>
        <p:nvSpPr>
          <p:cNvPr id="1787" name="Google Shape;1787;p110"/>
          <p:cNvSpPr/>
          <p:nvPr>
            <p:ph idx="3" type="pic"/>
          </p:nvPr>
        </p:nvSpPr>
        <p:spPr>
          <a:xfrm>
            <a:off x="311725" y="1128325"/>
            <a:ext cx="2627100" cy="2273100"/>
          </a:xfrm>
          <a:prstGeom prst="rect">
            <a:avLst/>
          </a:prstGeom>
          <a:noFill/>
          <a:ln>
            <a:noFill/>
          </a:ln>
        </p:spPr>
      </p:sp>
      <p:sp>
        <p:nvSpPr>
          <p:cNvPr id="1788" name="Google Shape;1788;p11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89" name="Google Shape;1789;p110"/>
          <p:cNvSpPr/>
          <p:nvPr>
            <p:ph idx="5" type="pic"/>
          </p:nvPr>
        </p:nvSpPr>
        <p:spPr>
          <a:xfrm>
            <a:off x="3255250" y="1128325"/>
            <a:ext cx="2627100" cy="2273100"/>
          </a:xfrm>
          <a:prstGeom prst="rect">
            <a:avLst/>
          </a:prstGeom>
          <a:noFill/>
          <a:ln>
            <a:noFill/>
          </a:ln>
        </p:spPr>
      </p:sp>
      <p:sp>
        <p:nvSpPr>
          <p:cNvPr id="1790" name="Google Shape;1790;p11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91" name="Google Shape;1791;p1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92" name="Google Shape;1792;p11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93" name="Google Shape;1793;p11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94" name="Google Shape;1794;p11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795" name="Shape 1795"/>
        <p:cNvGrpSpPr/>
        <p:nvPr/>
      </p:nvGrpSpPr>
      <p:grpSpPr>
        <a:xfrm>
          <a:off x="0" y="0"/>
          <a:ext cx="0" cy="0"/>
          <a:chOff x="0" y="0"/>
          <a:chExt cx="0" cy="0"/>
        </a:xfrm>
      </p:grpSpPr>
      <p:sp>
        <p:nvSpPr>
          <p:cNvPr id="1796" name="Google Shape;1796;p11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797" name="Shape 1797"/>
        <p:cNvGrpSpPr/>
        <p:nvPr/>
      </p:nvGrpSpPr>
      <p:grpSpPr>
        <a:xfrm>
          <a:off x="0" y="0"/>
          <a:ext cx="0" cy="0"/>
          <a:chOff x="0" y="0"/>
          <a:chExt cx="0" cy="0"/>
        </a:xfrm>
      </p:grpSpPr>
      <p:sp>
        <p:nvSpPr>
          <p:cNvPr id="1798" name="Google Shape;1798;p112"/>
          <p:cNvSpPr/>
          <p:nvPr>
            <p:ph idx="2" type="pic"/>
          </p:nvPr>
        </p:nvSpPr>
        <p:spPr>
          <a:xfrm>
            <a:off x="3389600" y="118913"/>
            <a:ext cx="1643700" cy="1535100"/>
          </a:xfrm>
          <a:prstGeom prst="rect">
            <a:avLst/>
          </a:prstGeom>
          <a:noFill/>
          <a:ln>
            <a:noFill/>
          </a:ln>
        </p:spPr>
      </p:sp>
      <p:sp>
        <p:nvSpPr>
          <p:cNvPr id="1799" name="Google Shape;1799;p112"/>
          <p:cNvSpPr/>
          <p:nvPr>
            <p:ph idx="3" type="pic"/>
          </p:nvPr>
        </p:nvSpPr>
        <p:spPr>
          <a:xfrm>
            <a:off x="5195935" y="118913"/>
            <a:ext cx="1643700" cy="1535100"/>
          </a:xfrm>
          <a:prstGeom prst="rect">
            <a:avLst/>
          </a:prstGeom>
          <a:noFill/>
          <a:ln>
            <a:noFill/>
          </a:ln>
        </p:spPr>
      </p:sp>
      <p:sp>
        <p:nvSpPr>
          <p:cNvPr id="1800" name="Google Shape;1800;p112"/>
          <p:cNvSpPr/>
          <p:nvPr>
            <p:ph idx="4" type="pic"/>
          </p:nvPr>
        </p:nvSpPr>
        <p:spPr>
          <a:xfrm>
            <a:off x="7002270" y="118913"/>
            <a:ext cx="1643700" cy="1535100"/>
          </a:xfrm>
          <a:prstGeom prst="rect">
            <a:avLst/>
          </a:prstGeom>
          <a:noFill/>
          <a:ln>
            <a:noFill/>
          </a:ln>
        </p:spPr>
      </p:sp>
      <p:sp>
        <p:nvSpPr>
          <p:cNvPr id="1801" name="Google Shape;1801;p112"/>
          <p:cNvSpPr/>
          <p:nvPr>
            <p:ph idx="5" type="pic"/>
          </p:nvPr>
        </p:nvSpPr>
        <p:spPr>
          <a:xfrm>
            <a:off x="3389588" y="1804212"/>
            <a:ext cx="1643700" cy="1535100"/>
          </a:xfrm>
          <a:prstGeom prst="rect">
            <a:avLst/>
          </a:prstGeom>
          <a:noFill/>
          <a:ln>
            <a:noFill/>
          </a:ln>
        </p:spPr>
      </p:sp>
      <p:sp>
        <p:nvSpPr>
          <p:cNvPr id="1802" name="Google Shape;1802;p112"/>
          <p:cNvSpPr/>
          <p:nvPr>
            <p:ph idx="6" type="pic"/>
          </p:nvPr>
        </p:nvSpPr>
        <p:spPr>
          <a:xfrm>
            <a:off x="5195922" y="1804212"/>
            <a:ext cx="1643700" cy="1535100"/>
          </a:xfrm>
          <a:prstGeom prst="rect">
            <a:avLst/>
          </a:prstGeom>
          <a:noFill/>
          <a:ln>
            <a:noFill/>
          </a:ln>
        </p:spPr>
      </p:sp>
      <p:sp>
        <p:nvSpPr>
          <p:cNvPr id="1803" name="Google Shape;1803;p112"/>
          <p:cNvSpPr/>
          <p:nvPr>
            <p:ph idx="7" type="pic"/>
          </p:nvPr>
        </p:nvSpPr>
        <p:spPr>
          <a:xfrm>
            <a:off x="7002257" y="1804212"/>
            <a:ext cx="1643700" cy="1535100"/>
          </a:xfrm>
          <a:prstGeom prst="rect">
            <a:avLst/>
          </a:prstGeom>
          <a:noFill/>
          <a:ln>
            <a:noFill/>
          </a:ln>
        </p:spPr>
      </p:sp>
      <p:sp>
        <p:nvSpPr>
          <p:cNvPr id="1804" name="Google Shape;1804;p11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05" name="Google Shape;1805;p112"/>
          <p:cNvSpPr/>
          <p:nvPr>
            <p:ph idx="8" type="pic"/>
          </p:nvPr>
        </p:nvSpPr>
        <p:spPr>
          <a:xfrm>
            <a:off x="3389588" y="3489487"/>
            <a:ext cx="1643700" cy="1535100"/>
          </a:xfrm>
          <a:prstGeom prst="rect">
            <a:avLst/>
          </a:prstGeom>
          <a:noFill/>
          <a:ln>
            <a:noFill/>
          </a:ln>
        </p:spPr>
      </p:sp>
      <p:sp>
        <p:nvSpPr>
          <p:cNvPr id="1806" name="Google Shape;1806;p112"/>
          <p:cNvSpPr/>
          <p:nvPr>
            <p:ph idx="9" type="pic"/>
          </p:nvPr>
        </p:nvSpPr>
        <p:spPr>
          <a:xfrm>
            <a:off x="5195922" y="3489487"/>
            <a:ext cx="1643700" cy="1535100"/>
          </a:xfrm>
          <a:prstGeom prst="rect">
            <a:avLst/>
          </a:prstGeom>
          <a:noFill/>
          <a:ln>
            <a:noFill/>
          </a:ln>
        </p:spPr>
      </p:sp>
      <p:sp>
        <p:nvSpPr>
          <p:cNvPr id="1807" name="Google Shape;1807;p11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0.xml"/><Relationship Id="rId42" Type="http://schemas.openxmlformats.org/officeDocument/2006/relationships/slideLayout" Target="../slideLayouts/slideLayout102.xml"/><Relationship Id="rId41" Type="http://schemas.openxmlformats.org/officeDocument/2006/relationships/slideLayout" Target="../slideLayouts/slideLayout101.xml"/><Relationship Id="rId44" Type="http://schemas.openxmlformats.org/officeDocument/2006/relationships/slideLayout" Target="../slideLayouts/slideLayout104.xml"/><Relationship Id="rId43" Type="http://schemas.openxmlformats.org/officeDocument/2006/relationships/slideLayout" Target="../slideLayouts/slideLayout103.xml"/><Relationship Id="rId46" Type="http://schemas.openxmlformats.org/officeDocument/2006/relationships/slideLayout" Target="../slideLayouts/slideLayout106.xml"/><Relationship Id="rId45" Type="http://schemas.openxmlformats.org/officeDocument/2006/relationships/slideLayout" Target="../slideLayouts/slideLayout105.xml"/><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48" Type="http://schemas.openxmlformats.org/officeDocument/2006/relationships/slideLayout" Target="../slideLayouts/slideLayout108.xml"/><Relationship Id="rId47" Type="http://schemas.openxmlformats.org/officeDocument/2006/relationships/slideLayout" Target="../slideLayouts/slideLayout107.xml"/><Relationship Id="rId49" Type="http://schemas.openxmlformats.org/officeDocument/2006/relationships/slideLayout" Target="../slideLayouts/slideLayout109.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31" Type="http://schemas.openxmlformats.org/officeDocument/2006/relationships/slideLayout" Target="../slideLayouts/slideLayout91.xml"/><Relationship Id="rId30" Type="http://schemas.openxmlformats.org/officeDocument/2006/relationships/slideLayout" Target="../slideLayouts/slideLayout90.xml"/><Relationship Id="rId33" Type="http://schemas.openxmlformats.org/officeDocument/2006/relationships/slideLayout" Target="../slideLayouts/slideLayout93.xml"/><Relationship Id="rId32" Type="http://schemas.openxmlformats.org/officeDocument/2006/relationships/slideLayout" Target="../slideLayouts/slideLayout92.xml"/><Relationship Id="rId35" Type="http://schemas.openxmlformats.org/officeDocument/2006/relationships/slideLayout" Target="../slideLayouts/slideLayout95.xml"/><Relationship Id="rId34" Type="http://schemas.openxmlformats.org/officeDocument/2006/relationships/slideLayout" Target="../slideLayouts/slideLayout94.xml"/><Relationship Id="rId37" Type="http://schemas.openxmlformats.org/officeDocument/2006/relationships/slideLayout" Target="../slideLayouts/slideLayout97.xml"/><Relationship Id="rId36" Type="http://schemas.openxmlformats.org/officeDocument/2006/relationships/slideLayout" Target="../slideLayouts/slideLayout96.xml"/><Relationship Id="rId39" Type="http://schemas.openxmlformats.org/officeDocument/2006/relationships/slideLayout" Target="../slideLayouts/slideLayout99.xml"/><Relationship Id="rId38" Type="http://schemas.openxmlformats.org/officeDocument/2006/relationships/slideLayout" Target="../slideLayouts/slideLayout98.xml"/><Relationship Id="rId20" Type="http://schemas.openxmlformats.org/officeDocument/2006/relationships/slideLayout" Target="../slideLayouts/slideLayout80.xml"/><Relationship Id="rId22" Type="http://schemas.openxmlformats.org/officeDocument/2006/relationships/slideLayout" Target="../slideLayouts/slideLayout82.xml"/><Relationship Id="rId21" Type="http://schemas.openxmlformats.org/officeDocument/2006/relationships/slideLayout" Target="../slideLayouts/slideLayout81.xml"/><Relationship Id="rId24" Type="http://schemas.openxmlformats.org/officeDocument/2006/relationships/slideLayout" Target="../slideLayouts/slideLayout84.xml"/><Relationship Id="rId23" Type="http://schemas.openxmlformats.org/officeDocument/2006/relationships/slideLayout" Target="../slideLayouts/slideLayout83.xml"/><Relationship Id="rId26" Type="http://schemas.openxmlformats.org/officeDocument/2006/relationships/slideLayout" Target="../slideLayouts/slideLayout86.xml"/><Relationship Id="rId25" Type="http://schemas.openxmlformats.org/officeDocument/2006/relationships/slideLayout" Target="../slideLayouts/slideLayout85.xml"/><Relationship Id="rId28" Type="http://schemas.openxmlformats.org/officeDocument/2006/relationships/slideLayout" Target="../slideLayouts/slideLayout88.xml"/><Relationship Id="rId27" Type="http://schemas.openxmlformats.org/officeDocument/2006/relationships/slideLayout" Target="../slideLayouts/slideLayout87.xml"/><Relationship Id="rId29" Type="http://schemas.openxmlformats.org/officeDocument/2006/relationships/slideLayout" Target="../slideLayouts/slideLayout89.xml"/><Relationship Id="rId50" Type="http://schemas.openxmlformats.org/officeDocument/2006/relationships/theme" Target="../theme/theme1.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15" Type="http://schemas.openxmlformats.org/officeDocument/2006/relationships/slideLayout" Target="../slideLayouts/slideLayout75.xml"/><Relationship Id="rId14" Type="http://schemas.openxmlformats.org/officeDocument/2006/relationships/slideLayout" Target="../slideLayouts/slideLayout74.xml"/><Relationship Id="rId17" Type="http://schemas.openxmlformats.org/officeDocument/2006/relationships/slideLayout" Target="../slideLayouts/slideLayout77.xml"/><Relationship Id="rId16" Type="http://schemas.openxmlformats.org/officeDocument/2006/relationships/slideLayout" Target="../slideLayouts/slideLayout76.xml"/><Relationship Id="rId19" Type="http://schemas.openxmlformats.org/officeDocument/2006/relationships/slideLayout" Target="../slideLayouts/slideLayout79.xml"/><Relationship Id="rId18"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52" name="Google Shape;52;p1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53" name="Google Shape;53;p1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929" name="Shape 929"/>
        <p:cNvGrpSpPr/>
        <p:nvPr/>
      </p:nvGrpSpPr>
      <p:grpSpPr>
        <a:xfrm>
          <a:off x="0" y="0"/>
          <a:ext cx="0" cy="0"/>
          <a:chOff x="0" y="0"/>
          <a:chExt cx="0" cy="0"/>
        </a:xfrm>
      </p:grpSpPr>
      <p:sp>
        <p:nvSpPr>
          <p:cNvPr id="930" name="Google Shape;930;p6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931" name="Google Shape;931;p6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932" name="Google Shape;932;p6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 id="2147483743" r:id="rId36"/>
    <p:sldLayoutId id="2147483744" r:id="rId37"/>
    <p:sldLayoutId id="2147483745" r:id="rId38"/>
    <p:sldLayoutId id="2147483746" r:id="rId39"/>
    <p:sldLayoutId id="2147483747" r:id="rId40"/>
    <p:sldLayoutId id="2147483748" r:id="rId41"/>
    <p:sldLayoutId id="2147483749" r:id="rId42"/>
    <p:sldLayoutId id="2147483750" r:id="rId43"/>
    <p:sldLayoutId id="2147483751" r:id="rId44"/>
    <p:sldLayoutId id="2147483752" r:id="rId45"/>
    <p:sldLayoutId id="2147483753" r:id="rId46"/>
    <p:sldLayoutId id="2147483754" r:id="rId47"/>
    <p:sldLayoutId id="2147483755" r:id="rId48"/>
    <p:sldLayoutId id="214748375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1" name="Shape 1811"/>
        <p:cNvGrpSpPr/>
        <p:nvPr/>
      </p:nvGrpSpPr>
      <p:grpSpPr>
        <a:xfrm>
          <a:off x="0" y="0"/>
          <a:ext cx="0" cy="0"/>
          <a:chOff x="0" y="0"/>
          <a:chExt cx="0" cy="0"/>
        </a:xfrm>
      </p:grpSpPr>
      <p:sp>
        <p:nvSpPr>
          <p:cNvPr id="1812" name="Google Shape;1812;p113"/>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Revature</a:t>
            </a:r>
            <a:endParaRPr>
              <a:latin typeface="Sora"/>
              <a:ea typeface="Sora"/>
              <a:cs typeface="Sora"/>
              <a:sym typeface="Sora"/>
            </a:endParaRPr>
          </a:p>
        </p:txBody>
      </p:sp>
      <p:sp>
        <p:nvSpPr>
          <p:cNvPr id="1813" name="Google Shape;1813;p113"/>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Bank of CLI</a:t>
            </a:r>
            <a:endParaRPr>
              <a:solidFill>
                <a:schemeClr val="dk2"/>
              </a:solidFill>
            </a:endParaRPr>
          </a:p>
        </p:txBody>
      </p:sp>
      <p:sp>
        <p:nvSpPr>
          <p:cNvPr id="1814" name="Google Shape;1814;p113"/>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Project 1, Team 3</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sp>
        <p:nvSpPr>
          <p:cNvPr id="1819" name="Google Shape;1819;p1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October 2026</a:t>
            </a:r>
            <a:endParaRPr/>
          </a:p>
        </p:txBody>
      </p:sp>
      <p:sp>
        <p:nvSpPr>
          <p:cNvPr id="1820" name="Google Shape;1820;p1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1821" name="Google Shape;1821;p114"/>
          <p:cNvSpPr txBox="1"/>
          <p:nvPr>
            <p:ph type="title"/>
          </p:nvPr>
        </p:nvSpPr>
        <p:spPr>
          <a:xfrm>
            <a:off x="96025" y="1206300"/>
            <a:ext cx="6507000" cy="150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reliable front-end for a bank experience.</a:t>
            </a:r>
            <a:endParaRPr/>
          </a:p>
        </p:txBody>
      </p:sp>
      <p:sp>
        <p:nvSpPr>
          <p:cNvPr id="1822" name="Google Shape;1822;p114"/>
          <p:cNvSpPr txBox="1"/>
          <p:nvPr>
            <p:ph type="title"/>
          </p:nvPr>
        </p:nvSpPr>
        <p:spPr>
          <a:xfrm>
            <a:off x="96025" y="2713050"/>
            <a:ext cx="6507000" cy="14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52606D"/>
                </a:solidFill>
              </a:rPr>
              <a:t>We built a single-page application for Bank of CLI that is ready to integrate with a future backend</a:t>
            </a:r>
            <a:endParaRPr sz="2000">
              <a:solidFill>
                <a:srgbClr val="52606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6" name="Shape 1826"/>
        <p:cNvGrpSpPr/>
        <p:nvPr/>
      </p:nvGrpSpPr>
      <p:grpSpPr>
        <a:xfrm>
          <a:off x="0" y="0"/>
          <a:ext cx="0" cy="0"/>
          <a:chOff x="0" y="0"/>
          <a:chExt cx="0" cy="0"/>
        </a:xfrm>
      </p:grpSpPr>
      <p:sp>
        <p:nvSpPr>
          <p:cNvPr id="1827" name="Google Shape;1827;p115"/>
          <p:cNvSpPr txBox="1"/>
          <p:nvPr>
            <p:ph idx="3" type="title"/>
          </p:nvPr>
        </p:nvSpPr>
        <p:spPr>
          <a:xfrm>
            <a:off x="115025" y="47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Technology Stack</a:t>
            </a:r>
            <a:endParaRPr/>
          </a:p>
        </p:txBody>
      </p:sp>
      <p:sp>
        <p:nvSpPr>
          <p:cNvPr id="1828" name="Google Shape;1828;p1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1829" name="Google Shape;1829;p115"/>
          <p:cNvSpPr txBox="1"/>
          <p:nvPr>
            <p:ph idx="5" type="subTitle"/>
          </p:nvPr>
        </p:nvSpPr>
        <p:spPr>
          <a:xfrm>
            <a:off x="4482800" y="3981363"/>
            <a:ext cx="1481100" cy="211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6.</a:t>
            </a:r>
            <a:endParaRPr b="0"/>
          </a:p>
        </p:txBody>
      </p:sp>
      <p:sp>
        <p:nvSpPr>
          <p:cNvPr id="1830" name="Google Shape;1830;p115"/>
          <p:cNvSpPr txBox="1"/>
          <p:nvPr>
            <p:ph idx="6" type="subTitle"/>
          </p:nvPr>
        </p:nvSpPr>
        <p:spPr>
          <a:xfrm>
            <a:off x="4482800" y="3660437"/>
            <a:ext cx="3972600" cy="2955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JSON – Mock API responses for the Service Layer</a:t>
            </a:r>
            <a:endParaRPr/>
          </a:p>
        </p:txBody>
      </p:sp>
      <p:sp>
        <p:nvSpPr>
          <p:cNvPr id="1831" name="Google Shape;1831;p115"/>
          <p:cNvSpPr txBox="1"/>
          <p:nvPr>
            <p:ph idx="7" type="subTitle"/>
          </p:nvPr>
        </p:nvSpPr>
        <p:spPr>
          <a:xfrm>
            <a:off x="4482800" y="3412098"/>
            <a:ext cx="1481100" cy="211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5</a:t>
            </a:r>
            <a:r>
              <a:rPr b="0" lang="en"/>
              <a:t>.</a:t>
            </a:r>
            <a:endParaRPr b="0"/>
          </a:p>
        </p:txBody>
      </p:sp>
      <p:sp>
        <p:nvSpPr>
          <p:cNvPr id="1832" name="Google Shape;1832;p115"/>
          <p:cNvSpPr txBox="1"/>
          <p:nvPr>
            <p:ph idx="8" type="subTitle"/>
          </p:nvPr>
        </p:nvSpPr>
        <p:spPr>
          <a:xfrm>
            <a:off x="4482800" y="3092013"/>
            <a:ext cx="3972600" cy="2955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CSS – </a:t>
            </a:r>
            <a:r>
              <a:rPr lang="en"/>
              <a:t>Interactive</a:t>
            </a:r>
            <a:r>
              <a:rPr lang="en"/>
              <a:t>/Responsive Styling and Presentation</a:t>
            </a:r>
            <a:endParaRPr/>
          </a:p>
        </p:txBody>
      </p:sp>
      <p:sp>
        <p:nvSpPr>
          <p:cNvPr id="1833" name="Google Shape;1833;p115"/>
          <p:cNvSpPr txBox="1"/>
          <p:nvPr>
            <p:ph idx="9" type="subTitle"/>
          </p:nvPr>
        </p:nvSpPr>
        <p:spPr>
          <a:xfrm>
            <a:off x="4482800" y="2843674"/>
            <a:ext cx="1481100" cy="211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4</a:t>
            </a:r>
            <a:r>
              <a:rPr b="0" lang="en"/>
              <a:t>.</a:t>
            </a:r>
            <a:endParaRPr b="0"/>
          </a:p>
        </p:txBody>
      </p:sp>
      <p:sp>
        <p:nvSpPr>
          <p:cNvPr id="1834" name="Google Shape;1834;p115"/>
          <p:cNvSpPr txBox="1"/>
          <p:nvPr>
            <p:ph idx="13" type="subTitle"/>
          </p:nvPr>
        </p:nvSpPr>
        <p:spPr>
          <a:xfrm>
            <a:off x="4482800" y="1880114"/>
            <a:ext cx="3972600" cy="2955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TypeScript – Typed Models and Predictable Data Structures</a:t>
            </a:r>
            <a:endParaRPr/>
          </a:p>
        </p:txBody>
      </p:sp>
      <p:sp>
        <p:nvSpPr>
          <p:cNvPr id="1835" name="Google Shape;1835;p115"/>
          <p:cNvSpPr txBox="1"/>
          <p:nvPr>
            <p:ph idx="14" type="subTitle"/>
          </p:nvPr>
        </p:nvSpPr>
        <p:spPr>
          <a:xfrm>
            <a:off x="4482800" y="1631774"/>
            <a:ext cx="1481100" cy="211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2</a:t>
            </a:r>
            <a:r>
              <a:rPr b="0" lang="en"/>
              <a:t>.</a:t>
            </a:r>
            <a:endParaRPr b="0"/>
          </a:p>
        </p:txBody>
      </p:sp>
      <p:sp>
        <p:nvSpPr>
          <p:cNvPr id="1836" name="Google Shape;1836;p115"/>
          <p:cNvSpPr txBox="1"/>
          <p:nvPr>
            <p:ph idx="15" type="subTitle"/>
          </p:nvPr>
        </p:nvSpPr>
        <p:spPr>
          <a:xfrm>
            <a:off x="4482800" y="1312089"/>
            <a:ext cx="3972600" cy="2955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Angular – Single Page Application Framework (SPA)</a:t>
            </a:r>
            <a:endParaRPr/>
          </a:p>
        </p:txBody>
      </p:sp>
      <p:sp>
        <p:nvSpPr>
          <p:cNvPr id="1837" name="Google Shape;1837;p115"/>
          <p:cNvSpPr txBox="1"/>
          <p:nvPr>
            <p:ph idx="16" type="subTitle"/>
          </p:nvPr>
        </p:nvSpPr>
        <p:spPr>
          <a:xfrm>
            <a:off x="4482800" y="1063750"/>
            <a:ext cx="1481100" cy="211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a:t>
            </a:r>
            <a:r>
              <a:rPr b="0" lang="en"/>
              <a:t>.</a:t>
            </a:r>
            <a:endParaRPr b="0"/>
          </a:p>
        </p:txBody>
      </p:sp>
      <p:sp>
        <p:nvSpPr>
          <p:cNvPr id="1838" name="Google Shape;1838;p115"/>
          <p:cNvSpPr txBox="1"/>
          <p:nvPr>
            <p:ph idx="4" type="subTitle"/>
          </p:nvPr>
        </p:nvSpPr>
        <p:spPr>
          <a:xfrm>
            <a:off x="4482800" y="4229702"/>
            <a:ext cx="3972600" cy="295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Git/Github – Version Control and Team Collaboration</a:t>
            </a:r>
            <a:endParaRPr/>
          </a:p>
        </p:txBody>
      </p:sp>
      <p:sp>
        <p:nvSpPr>
          <p:cNvPr id="1839" name="Google Shape;1839;p115"/>
          <p:cNvSpPr txBox="1"/>
          <p:nvPr>
            <p:ph idx="5" type="subTitle"/>
          </p:nvPr>
        </p:nvSpPr>
        <p:spPr>
          <a:xfrm>
            <a:off x="4722600" y="5294725"/>
            <a:ext cx="1481100" cy="211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7.</a:t>
            </a:r>
            <a:endParaRPr b="0"/>
          </a:p>
        </p:txBody>
      </p:sp>
      <p:sp>
        <p:nvSpPr>
          <p:cNvPr id="1840" name="Google Shape;1840;p115"/>
          <p:cNvSpPr txBox="1"/>
          <p:nvPr>
            <p:ph idx="6" type="subTitle"/>
          </p:nvPr>
        </p:nvSpPr>
        <p:spPr>
          <a:xfrm>
            <a:off x="4482800" y="2486075"/>
            <a:ext cx="3972600" cy="2955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HTML – Structure &amp; semantic elements for the website.</a:t>
            </a:r>
            <a:endParaRPr/>
          </a:p>
        </p:txBody>
      </p:sp>
      <p:sp>
        <p:nvSpPr>
          <p:cNvPr id="1841" name="Google Shape;1841;p115"/>
          <p:cNvSpPr txBox="1"/>
          <p:nvPr>
            <p:ph idx="7" type="subTitle"/>
          </p:nvPr>
        </p:nvSpPr>
        <p:spPr>
          <a:xfrm>
            <a:off x="4482800" y="2237736"/>
            <a:ext cx="1481100" cy="211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3</a:t>
            </a:r>
            <a:r>
              <a:rPr b="0" lang="en"/>
              <a:t>.</a:t>
            </a:r>
            <a:endParaRPr b="0"/>
          </a:p>
        </p:txBody>
      </p:sp>
      <p:sp>
        <p:nvSpPr>
          <p:cNvPr id="1842" name="Google Shape;1842;p115"/>
          <p:cNvSpPr txBox="1"/>
          <p:nvPr>
            <p:ph idx="4" type="subTitle"/>
          </p:nvPr>
        </p:nvSpPr>
        <p:spPr>
          <a:xfrm>
            <a:off x="4722600" y="5543064"/>
            <a:ext cx="3972600" cy="295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Git/Github – Version Control and Team Collaboration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116"/>
          <p:cNvSpPr/>
          <p:nvPr/>
        </p:nvSpPr>
        <p:spPr>
          <a:xfrm rot="10800000">
            <a:off x="1235525" y="1596250"/>
            <a:ext cx="632425" cy="1261900"/>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48" name="Google Shape;1848;p116"/>
          <p:cNvSpPr/>
          <p:nvPr/>
        </p:nvSpPr>
        <p:spPr>
          <a:xfrm>
            <a:off x="1265075" y="2966200"/>
            <a:ext cx="3303000" cy="1261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49" name="Google Shape;1849;p116"/>
          <p:cNvSpPr/>
          <p:nvPr/>
        </p:nvSpPr>
        <p:spPr>
          <a:xfrm rot="10800000">
            <a:off x="1235525" y="2966150"/>
            <a:ext cx="632425" cy="1261900"/>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50" name="Google Shape;1850;p116"/>
          <p:cNvSpPr/>
          <p:nvPr/>
        </p:nvSpPr>
        <p:spPr>
          <a:xfrm>
            <a:off x="4616238" y="2250073"/>
            <a:ext cx="3303000" cy="1261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1" name="Google Shape;1851;p116"/>
          <p:cNvSpPr/>
          <p:nvPr/>
        </p:nvSpPr>
        <p:spPr>
          <a:xfrm rot="10800000">
            <a:off x="4589125" y="2250073"/>
            <a:ext cx="618259" cy="1261900"/>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52" name="Google Shape;1852;p116"/>
          <p:cNvSpPr/>
          <p:nvPr/>
        </p:nvSpPr>
        <p:spPr>
          <a:xfrm>
            <a:off x="1235525" y="1596250"/>
            <a:ext cx="3332400" cy="12618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cxnSp>
        <p:nvCxnSpPr>
          <p:cNvPr id="1853" name="Google Shape;1853;p116"/>
          <p:cNvCxnSpPr/>
          <p:nvPr/>
        </p:nvCxnSpPr>
        <p:spPr>
          <a:xfrm>
            <a:off x="1865850" y="392700"/>
            <a:ext cx="0" cy="390300"/>
          </a:xfrm>
          <a:prstGeom prst="straightConnector1">
            <a:avLst/>
          </a:prstGeom>
          <a:noFill/>
          <a:ln cap="flat" cmpd="sng" w="19050">
            <a:solidFill>
              <a:schemeClr val="lt2"/>
            </a:solidFill>
            <a:prstDash val="solid"/>
            <a:round/>
            <a:headEnd len="med" w="med" type="none"/>
            <a:tailEnd len="med" w="med" type="none"/>
          </a:ln>
        </p:spPr>
      </p:cxnSp>
      <p:sp>
        <p:nvSpPr>
          <p:cNvPr id="1854" name="Google Shape;1854;p1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1855" name="Google Shape;1855;p116"/>
          <p:cNvSpPr txBox="1"/>
          <p:nvPr>
            <p:ph idx="8" type="subTitle"/>
          </p:nvPr>
        </p:nvSpPr>
        <p:spPr>
          <a:xfrm>
            <a:off x="1867950" y="3062125"/>
            <a:ext cx="2394900" cy="3693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600"/>
              </a:spcAft>
              <a:buNone/>
            </a:pPr>
            <a:r>
              <a:rPr lang="en"/>
              <a:t>Contract layer</a:t>
            </a:r>
            <a:endParaRPr/>
          </a:p>
        </p:txBody>
      </p:sp>
      <p:sp>
        <p:nvSpPr>
          <p:cNvPr id="1856" name="Google Shape;1856;p116"/>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Architecture</a:t>
            </a:r>
            <a:endParaRPr/>
          </a:p>
        </p:txBody>
      </p:sp>
      <p:sp>
        <p:nvSpPr>
          <p:cNvPr id="1857" name="Google Shape;1857;p116"/>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description of our service-based </a:t>
            </a:r>
            <a:r>
              <a:rPr lang="en"/>
              <a:t>architecture</a:t>
            </a:r>
            <a:endParaRPr/>
          </a:p>
        </p:txBody>
      </p:sp>
      <p:sp>
        <p:nvSpPr>
          <p:cNvPr id="1858" name="Google Shape;1858;p116"/>
          <p:cNvSpPr txBox="1"/>
          <p:nvPr/>
        </p:nvSpPr>
        <p:spPr>
          <a:xfrm>
            <a:off x="1439363" y="1888300"/>
            <a:ext cx="407400" cy="67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IBM Plex Sans Medium"/>
                <a:ea typeface="IBM Plex Sans Medium"/>
                <a:cs typeface="IBM Plex Sans Medium"/>
                <a:sym typeface="IBM Plex Sans Medium"/>
              </a:rPr>
              <a:t>1</a:t>
            </a:r>
            <a:endParaRPr sz="1800">
              <a:solidFill>
                <a:schemeClr val="lt1"/>
              </a:solidFill>
              <a:latin typeface="IBM Plex Sans Medium"/>
              <a:ea typeface="IBM Plex Sans Medium"/>
              <a:cs typeface="IBM Plex Sans Medium"/>
              <a:sym typeface="IBM Plex Sans Medium"/>
            </a:endParaRPr>
          </a:p>
        </p:txBody>
      </p:sp>
      <p:sp>
        <p:nvSpPr>
          <p:cNvPr id="1859" name="Google Shape;1859;p116"/>
          <p:cNvSpPr txBox="1"/>
          <p:nvPr/>
        </p:nvSpPr>
        <p:spPr>
          <a:xfrm>
            <a:off x="4786750" y="2542173"/>
            <a:ext cx="407400" cy="67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IBM Plex Sans Medium"/>
                <a:ea typeface="IBM Plex Sans Medium"/>
                <a:cs typeface="IBM Plex Sans Medium"/>
                <a:sym typeface="IBM Plex Sans Medium"/>
              </a:rPr>
              <a:t>2</a:t>
            </a:r>
            <a:endParaRPr sz="1800">
              <a:solidFill>
                <a:schemeClr val="lt1"/>
              </a:solidFill>
              <a:latin typeface="IBM Plex Sans Medium"/>
              <a:ea typeface="IBM Plex Sans Medium"/>
              <a:cs typeface="IBM Plex Sans Medium"/>
              <a:sym typeface="IBM Plex Sans Medium"/>
            </a:endParaRPr>
          </a:p>
        </p:txBody>
      </p:sp>
      <p:sp>
        <p:nvSpPr>
          <p:cNvPr id="1860" name="Google Shape;1860;p116"/>
          <p:cNvSpPr txBox="1"/>
          <p:nvPr/>
        </p:nvSpPr>
        <p:spPr>
          <a:xfrm>
            <a:off x="1439369" y="3258250"/>
            <a:ext cx="407400" cy="67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IBM Plex Sans Medium"/>
                <a:ea typeface="IBM Plex Sans Medium"/>
                <a:cs typeface="IBM Plex Sans Medium"/>
                <a:sym typeface="IBM Plex Sans Medium"/>
              </a:rPr>
              <a:t>3</a:t>
            </a:r>
            <a:endParaRPr sz="1800">
              <a:solidFill>
                <a:schemeClr val="lt1"/>
              </a:solidFill>
              <a:latin typeface="IBM Plex Sans Medium"/>
              <a:ea typeface="IBM Plex Sans Medium"/>
              <a:cs typeface="IBM Plex Sans Medium"/>
              <a:sym typeface="IBM Plex Sans Medium"/>
            </a:endParaRPr>
          </a:p>
        </p:txBody>
      </p:sp>
      <p:sp>
        <p:nvSpPr>
          <p:cNvPr id="1861" name="Google Shape;1861;p116"/>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Component layer</a:t>
            </a:r>
            <a:endParaRPr/>
          </a:p>
        </p:txBody>
      </p:sp>
      <p:sp>
        <p:nvSpPr>
          <p:cNvPr id="1862" name="Google Shape;1862;p116"/>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The component layer is responsible for the user-facing parts of our application and how users interact with them</a:t>
            </a:r>
            <a:endParaRPr/>
          </a:p>
        </p:txBody>
      </p:sp>
      <p:sp>
        <p:nvSpPr>
          <p:cNvPr id="1863" name="Google Shape;1863;p116"/>
          <p:cNvSpPr txBox="1"/>
          <p:nvPr>
            <p:ph idx="9" type="subTitle"/>
          </p:nvPr>
        </p:nvSpPr>
        <p:spPr>
          <a:xfrm>
            <a:off x="5214450" y="2346098"/>
            <a:ext cx="2394900" cy="28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Service layer</a:t>
            </a:r>
            <a:endParaRPr/>
          </a:p>
        </p:txBody>
      </p:sp>
      <p:sp>
        <p:nvSpPr>
          <p:cNvPr id="1864" name="Google Shape;1864;p116"/>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The contract layer defines the structure and format of the data exchanged between different parts of the application.</a:t>
            </a:r>
            <a:endParaRPr/>
          </a:p>
        </p:txBody>
      </p:sp>
      <p:sp>
        <p:nvSpPr>
          <p:cNvPr id="1865" name="Google Shape;1865;p116"/>
          <p:cNvSpPr txBox="1"/>
          <p:nvPr>
            <p:ph idx="3" type="body"/>
          </p:nvPr>
        </p:nvSpPr>
        <p:spPr>
          <a:xfrm>
            <a:off x="5214450" y="2689123"/>
            <a:ext cx="2700000" cy="8229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The service layer handles the application's business logic and communication between the components and backend systems.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117"/>
          <p:cNvSpPr txBox="1"/>
          <p:nvPr>
            <p:ph type="title"/>
          </p:nvPr>
        </p:nvSpPr>
        <p:spPr>
          <a:xfrm>
            <a:off x="2836875" y="1343450"/>
            <a:ext cx="191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Group Member Develops A User Story</a:t>
            </a:r>
            <a:endParaRPr/>
          </a:p>
        </p:txBody>
      </p:sp>
      <p:sp>
        <p:nvSpPr>
          <p:cNvPr id="1871" name="Google Shape;1871;p117"/>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1872" name="Google Shape;1872;p11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did </a:t>
            </a:r>
            <a:r>
              <a:rPr lang="en"/>
              <a:t>collaboration</a:t>
            </a:r>
            <a:r>
              <a:rPr lang="en"/>
              <a:t> amongst us happen?</a:t>
            </a:r>
            <a:endParaRPr/>
          </a:p>
        </p:txBody>
      </p:sp>
      <p:sp>
        <p:nvSpPr>
          <p:cNvPr id="1873" name="Google Shape;1873;p117"/>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Git/Github</a:t>
            </a:r>
            <a:endParaRPr/>
          </a:p>
          <a:p>
            <a:pPr indent="0" lvl="0" marL="0" rtl="0" algn="l">
              <a:spcBef>
                <a:spcPts val="0"/>
              </a:spcBef>
              <a:spcAft>
                <a:spcPts val="0"/>
              </a:spcAft>
              <a:buNone/>
            </a:pPr>
            <a:r>
              <a:rPr lang="en"/>
              <a:t>Utilization </a:t>
            </a:r>
            <a:endParaRPr/>
          </a:p>
        </p:txBody>
      </p:sp>
      <p:sp>
        <p:nvSpPr>
          <p:cNvPr id="1874" name="Google Shape;1874;p117"/>
          <p:cNvSpPr txBox="1"/>
          <p:nvPr>
            <p:ph type="title"/>
          </p:nvPr>
        </p:nvSpPr>
        <p:spPr>
          <a:xfrm>
            <a:off x="2836875" y="2019800"/>
            <a:ext cx="191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Group Member Develops A User Story</a:t>
            </a:r>
            <a:endParaRPr/>
          </a:p>
        </p:txBody>
      </p:sp>
      <p:sp>
        <p:nvSpPr>
          <p:cNvPr id="1875" name="Google Shape;1875;p117"/>
          <p:cNvSpPr/>
          <p:nvPr/>
        </p:nvSpPr>
        <p:spPr>
          <a:xfrm rot="1206011">
            <a:off x="4699764" y="1429584"/>
            <a:ext cx="476630" cy="347938"/>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876" name="Google Shape;1876;p117"/>
          <p:cNvSpPr/>
          <p:nvPr/>
        </p:nvSpPr>
        <p:spPr>
          <a:xfrm>
            <a:off x="5300925" y="1734925"/>
            <a:ext cx="741300" cy="338100"/>
          </a:xfrm>
          <a:prstGeom prst="mathNotEqual">
            <a:avLst>
              <a:gd fmla="val 23520" name="adj1"/>
              <a:gd fmla="val 6600000" name="adj2"/>
              <a:gd fmla="val 11760" name="adj3"/>
            </a:avLst>
          </a:prstGeom>
          <a:gradFill>
            <a:gsLst>
              <a:gs pos="0">
                <a:srgbClr val="FFC102"/>
              </a:gs>
              <a:gs pos="100000">
                <a:srgbClr val="795C04"/>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877" name="Google Shape;1877;p117"/>
          <p:cNvSpPr txBox="1"/>
          <p:nvPr/>
        </p:nvSpPr>
        <p:spPr>
          <a:xfrm>
            <a:off x="6042225" y="1712292"/>
            <a:ext cx="1083300" cy="3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Sora"/>
                <a:ea typeface="Sora"/>
                <a:cs typeface="Sora"/>
                <a:sym typeface="Sora"/>
              </a:rPr>
              <a:t>Conflicts</a:t>
            </a:r>
            <a:endParaRPr b="1">
              <a:solidFill>
                <a:schemeClr val="dk2"/>
              </a:solidFill>
              <a:latin typeface="Sora"/>
              <a:ea typeface="Sora"/>
              <a:cs typeface="Sora"/>
              <a:sym typeface="Sora"/>
            </a:endParaRPr>
          </a:p>
        </p:txBody>
      </p:sp>
      <p:cxnSp>
        <p:nvCxnSpPr>
          <p:cNvPr id="1878" name="Google Shape;1878;p117"/>
          <p:cNvCxnSpPr/>
          <p:nvPr/>
        </p:nvCxnSpPr>
        <p:spPr>
          <a:xfrm rot="10800000">
            <a:off x="-85850" y="2960475"/>
            <a:ext cx="9267600" cy="0"/>
          </a:xfrm>
          <a:prstGeom prst="straightConnector1">
            <a:avLst/>
          </a:prstGeom>
          <a:noFill/>
          <a:ln cap="flat" cmpd="sng" w="9525">
            <a:solidFill>
              <a:schemeClr val="dk2"/>
            </a:solidFill>
            <a:prstDash val="solid"/>
            <a:round/>
            <a:headEnd len="med" w="med" type="none"/>
            <a:tailEnd len="med" w="med" type="none"/>
          </a:ln>
        </p:spPr>
      </p:cxnSp>
      <p:sp>
        <p:nvSpPr>
          <p:cNvPr id="1879" name="Google Shape;1879;p117"/>
          <p:cNvSpPr txBox="1"/>
          <p:nvPr>
            <p:ph type="title"/>
          </p:nvPr>
        </p:nvSpPr>
        <p:spPr>
          <a:xfrm>
            <a:off x="999875" y="3243900"/>
            <a:ext cx="191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Group Member Develops A User Story</a:t>
            </a:r>
            <a:endParaRPr/>
          </a:p>
        </p:txBody>
      </p:sp>
      <p:sp>
        <p:nvSpPr>
          <p:cNvPr id="1880" name="Google Shape;1880;p117"/>
          <p:cNvSpPr txBox="1"/>
          <p:nvPr>
            <p:ph type="title"/>
          </p:nvPr>
        </p:nvSpPr>
        <p:spPr>
          <a:xfrm>
            <a:off x="999875" y="3844650"/>
            <a:ext cx="191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Group Member Develops A User Story</a:t>
            </a:r>
            <a:endParaRPr/>
          </a:p>
        </p:txBody>
      </p:sp>
      <p:sp>
        <p:nvSpPr>
          <p:cNvPr id="1881" name="Google Shape;1881;p117"/>
          <p:cNvSpPr/>
          <p:nvPr/>
        </p:nvSpPr>
        <p:spPr>
          <a:xfrm rot="-1959561">
            <a:off x="4771146" y="1943377"/>
            <a:ext cx="476426" cy="347942"/>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882" name="Google Shape;1882;p117"/>
          <p:cNvSpPr/>
          <p:nvPr/>
        </p:nvSpPr>
        <p:spPr>
          <a:xfrm rot="-2708">
            <a:off x="2876475" y="3531165"/>
            <a:ext cx="761700" cy="297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883" name="Google Shape;1883;p117"/>
          <p:cNvSpPr txBox="1"/>
          <p:nvPr>
            <p:ph idx="1" type="subTitle"/>
          </p:nvPr>
        </p:nvSpPr>
        <p:spPr>
          <a:xfrm>
            <a:off x="2836875" y="3333125"/>
            <a:ext cx="741300" cy="37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 push</a:t>
            </a:r>
            <a:endParaRPr/>
          </a:p>
        </p:txBody>
      </p:sp>
      <p:sp>
        <p:nvSpPr>
          <p:cNvPr id="1884" name="Google Shape;1884;p117"/>
          <p:cNvSpPr txBox="1"/>
          <p:nvPr>
            <p:ph type="title"/>
          </p:nvPr>
        </p:nvSpPr>
        <p:spPr>
          <a:xfrm>
            <a:off x="3697425" y="3294925"/>
            <a:ext cx="1913400" cy="29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Component’s Branch</a:t>
            </a:r>
            <a:endParaRPr/>
          </a:p>
        </p:txBody>
      </p:sp>
      <p:sp>
        <p:nvSpPr>
          <p:cNvPr id="1885" name="Google Shape;1885;p117"/>
          <p:cNvSpPr/>
          <p:nvPr/>
        </p:nvSpPr>
        <p:spPr>
          <a:xfrm>
            <a:off x="3788775" y="3503050"/>
            <a:ext cx="1464300" cy="29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886" name="Google Shape;1886;p117"/>
          <p:cNvSpPr txBox="1"/>
          <p:nvPr>
            <p:ph idx="1" type="subTitle"/>
          </p:nvPr>
        </p:nvSpPr>
        <p:spPr>
          <a:xfrm>
            <a:off x="4163475" y="3489350"/>
            <a:ext cx="741300" cy="37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Github</a:t>
            </a:r>
            <a:endParaRPr/>
          </a:p>
        </p:txBody>
      </p:sp>
      <p:sp>
        <p:nvSpPr>
          <p:cNvPr id="1887" name="Google Shape;1887;p117"/>
          <p:cNvSpPr/>
          <p:nvPr/>
        </p:nvSpPr>
        <p:spPr>
          <a:xfrm rot="-2959">
            <a:off x="5500125" y="3532971"/>
            <a:ext cx="1045500" cy="348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888" name="Google Shape;1888;p117"/>
          <p:cNvSpPr txBox="1"/>
          <p:nvPr>
            <p:ph idx="1" type="subTitle"/>
          </p:nvPr>
        </p:nvSpPr>
        <p:spPr>
          <a:xfrm>
            <a:off x="5512625" y="3211650"/>
            <a:ext cx="1115100" cy="37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Pull Request w/ Rules</a:t>
            </a:r>
            <a:endParaRPr/>
          </a:p>
        </p:txBody>
      </p:sp>
      <p:sp>
        <p:nvSpPr>
          <p:cNvPr id="1889" name="Google Shape;1889;p117"/>
          <p:cNvSpPr txBox="1"/>
          <p:nvPr>
            <p:ph type="title"/>
          </p:nvPr>
        </p:nvSpPr>
        <p:spPr>
          <a:xfrm>
            <a:off x="6722825" y="3379413"/>
            <a:ext cx="1355400" cy="29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Main Repository</a:t>
            </a:r>
            <a:endParaRPr/>
          </a:p>
        </p:txBody>
      </p:sp>
      <p:sp>
        <p:nvSpPr>
          <p:cNvPr id="1890" name="Google Shape;1890;p117"/>
          <p:cNvSpPr/>
          <p:nvPr/>
        </p:nvSpPr>
        <p:spPr>
          <a:xfrm>
            <a:off x="6814175" y="3587538"/>
            <a:ext cx="1115100" cy="29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891" name="Google Shape;1891;p117"/>
          <p:cNvSpPr txBox="1"/>
          <p:nvPr>
            <p:ph idx="1" type="subTitle"/>
          </p:nvPr>
        </p:nvSpPr>
        <p:spPr>
          <a:xfrm>
            <a:off x="7033700" y="3548388"/>
            <a:ext cx="741300" cy="37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Github</a:t>
            </a:r>
            <a:endParaRPr/>
          </a:p>
        </p:txBody>
      </p:sp>
      <p:sp>
        <p:nvSpPr>
          <p:cNvPr id="1892" name="Google Shape;1892;p117"/>
          <p:cNvSpPr/>
          <p:nvPr/>
        </p:nvSpPr>
        <p:spPr>
          <a:xfrm rot="10800000">
            <a:off x="1606025" y="4201125"/>
            <a:ext cx="2985900" cy="546300"/>
          </a:xfrm>
          <a:prstGeom prst="uturnArrow">
            <a:avLst>
              <a:gd fmla="val 25009" name="adj1"/>
              <a:gd fmla="val 25000" name="adj2"/>
              <a:gd fmla="val 25000" name="adj3"/>
              <a:gd fmla="val 43750" name="adj4"/>
              <a:gd fmla="val 75000" name="adj5"/>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893" name="Google Shape;1893;p117"/>
          <p:cNvSpPr/>
          <p:nvPr/>
        </p:nvSpPr>
        <p:spPr>
          <a:xfrm>
            <a:off x="4455125" y="3933625"/>
            <a:ext cx="136800" cy="27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7" name="Shape 1897"/>
        <p:cNvGrpSpPr/>
        <p:nvPr/>
      </p:nvGrpSpPr>
      <p:grpSpPr>
        <a:xfrm>
          <a:off x="0" y="0"/>
          <a:ext cx="0" cy="0"/>
          <a:chOff x="0" y="0"/>
          <a:chExt cx="0" cy="0"/>
        </a:xfrm>
      </p:grpSpPr>
      <p:sp>
        <p:nvSpPr>
          <p:cNvPr id="1898" name="Google Shape;1898;p118"/>
          <p:cNvSpPr/>
          <p:nvPr/>
        </p:nvSpPr>
        <p:spPr>
          <a:xfrm rot="5400000">
            <a:off x="2088388" y="1518313"/>
            <a:ext cx="482400" cy="640200"/>
          </a:xfrm>
          <a:prstGeom prst="round2SameRect">
            <a:avLst>
              <a:gd fmla="val 50000" name="adj1"/>
              <a:gd fmla="val 0" name="adj2"/>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899" name="Google Shape;1899;p118"/>
          <p:cNvSpPr/>
          <p:nvPr/>
        </p:nvSpPr>
        <p:spPr>
          <a:xfrm rot="5400000">
            <a:off x="318875" y="1518313"/>
            <a:ext cx="482400" cy="640200"/>
          </a:xfrm>
          <a:prstGeom prst="round2SameRect">
            <a:avLst>
              <a:gd fmla="val 50000" name="adj1"/>
              <a:gd fmla="val 0" name="adj2"/>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900" name="Google Shape;1900;p118"/>
          <p:cNvSpPr/>
          <p:nvPr/>
        </p:nvSpPr>
        <p:spPr>
          <a:xfrm rot="5400000">
            <a:off x="3974325" y="1518313"/>
            <a:ext cx="482400" cy="640200"/>
          </a:xfrm>
          <a:prstGeom prst="round2SameRect">
            <a:avLst>
              <a:gd fmla="val 50000" name="adj1"/>
              <a:gd fmla="val 0" name="adj2"/>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901" name="Google Shape;1901;p118"/>
          <p:cNvSpPr/>
          <p:nvPr/>
        </p:nvSpPr>
        <p:spPr>
          <a:xfrm rot="5400000">
            <a:off x="5783600" y="1518313"/>
            <a:ext cx="482400" cy="640200"/>
          </a:xfrm>
          <a:prstGeom prst="round2SameRect">
            <a:avLst>
              <a:gd fmla="val 50000" name="adj1"/>
              <a:gd fmla="val 0" name="adj2"/>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902" name="Google Shape;1902;p118"/>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Secure access</a:t>
            </a:r>
            <a:endParaRPr/>
          </a:p>
        </p:txBody>
      </p:sp>
      <p:sp>
        <p:nvSpPr>
          <p:cNvPr id="1903" name="Google Shape;1903;p118"/>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Dashboard</a:t>
            </a:r>
            <a:endParaRPr/>
          </a:p>
        </p:txBody>
      </p:sp>
      <p:sp>
        <p:nvSpPr>
          <p:cNvPr id="1904" name="Google Shape;1904;p118"/>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Transaction center</a:t>
            </a:r>
            <a:endParaRPr/>
          </a:p>
        </p:txBody>
      </p:sp>
      <p:sp>
        <p:nvSpPr>
          <p:cNvPr id="1905" name="Google Shape;1905;p118"/>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Professional UX</a:t>
            </a:r>
            <a:endParaRPr/>
          </a:p>
        </p:txBody>
      </p:sp>
      <p:sp>
        <p:nvSpPr>
          <p:cNvPr id="1906" name="Google Shape;1906;p118"/>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1907" name="Google Shape;1907;p118"/>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overview of our </a:t>
            </a:r>
            <a:r>
              <a:rPr lang="en"/>
              <a:t>responsive</a:t>
            </a:r>
            <a:r>
              <a:rPr lang="en"/>
              <a:t>, interactive web dashboard</a:t>
            </a:r>
            <a:endParaRPr/>
          </a:p>
        </p:txBody>
      </p:sp>
      <p:sp>
        <p:nvSpPr>
          <p:cNvPr id="1908" name="Google Shape;1908;p118"/>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Frontend Experience</a:t>
            </a:r>
            <a:endParaRPr/>
          </a:p>
        </p:txBody>
      </p:sp>
      <p:sp>
        <p:nvSpPr>
          <p:cNvPr id="1909" name="Google Shape;1909;p118"/>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The user is prompted to log into their account. Pages such as the dashboard and </a:t>
            </a:r>
            <a:r>
              <a:rPr lang="en"/>
              <a:t>transactions</a:t>
            </a:r>
            <a:r>
              <a:rPr lang="en"/>
              <a:t> page can’t be accessed when not logged in.</a:t>
            </a:r>
            <a:endParaRPr/>
          </a:p>
          <a:p>
            <a:pPr indent="0" lvl="0" marL="0" rtl="0" algn="l">
              <a:spcBef>
                <a:spcPts val="0"/>
              </a:spcBef>
              <a:spcAft>
                <a:spcPts val="0"/>
              </a:spcAft>
              <a:buNone/>
            </a:pPr>
            <a:r>
              <a:t/>
            </a:r>
            <a:endParaRPr/>
          </a:p>
        </p:txBody>
      </p:sp>
      <p:sp>
        <p:nvSpPr>
          <p:cNvPr id="1910" name="Google Shape;1910;p118"/>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p>
            <a:pPr indent="0" lvl="0" marL="0" rtl="0" algn="l">
              <a:spcBef>
                <a:spcPts val="0"/>
              </a:spcBef>
              <a:spcAft>
                <a:spcPts val="800"/>
              </a:spcAft>
              <a:buNone/>
            </a:pPr>
            <a:r>
              <a:rPr lang="en"/>
              <a:t>The user has access to their balance, recent transactions and a navigation bar hosting 3 transactions.</a:t>
            </a:r>
            <a:endParaRPr/>
          </a:p>
        </p:txBody>
      </p:sp>
      <p:sp>
        <p:nvSpPr>
          <p:cNvPr id="1911" name="Google Shape;1911;p118"/>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The transaction center contains the Deposit Withdraw and Transfer functions of the Bank. It will prompt the user with a popup UI.</a:t>
            </a:r>
            <a:endParaRPr/>
          </a:p>
        </p:txBody>
      </p:sp>
      <p:sp>
        <p:nvSpPr>
          <p:cNvPr id="1912" name="Google Shape;1912;p118"/>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Features smooth animations, </a:t>
            </a:r>
            <a:r>
              <a:rPr lang="en"/>
              <a:t>pop ups</a:t>
            </a:r>
            <a:r>
              <a:rPr lang="en"/>
              <a:t>, easy navigation with back buttons, user-readable error messages, UI responsiveness, and a consistent style.</a:t>
            </a:r>
            <a:endParaRPr/>
          </a:p>
        </p:txBody>
      </p:sp>
      <p:sp>
        <p:nvSpPr>
          <p:cNvPr id="1913" name="Google Shape;1913;p118"/>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1</a:t>
            </a:r>
            <a:endParaRPr/>
          </a:p>
        </p:txBody>
      </p:sp>
      <p:sp>
        <p:nvSpPr>
          <p:cNvPr id="1914" name="Google Shape;1914;p118"/>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2</a:t>
            </a:r>
            <a:endParaRPr/>
          </a:p>
        </p:txBody>
      </p:sp>
      <p:sp>
        <p:nvSpPr>
          <p:cNvPr id="1915" name="Google Shape;1915;p118"/>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3</a:t>
            </a:r>
            <a:endParaRPr/>
          </a:p>
        </p:txBody>
      </p:sp>
      <p:sp>
        <p:nvSpPr>
          <p:cNvPr id="1916" name="Google Shape;1916;p118"/>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Google Shape;1921;p119"/>
          <p:cNvSpPr txBox="1"/>
          <p:nvPr>
            <p:ph idx="17" type="title"/>
          </p:nvPr>
        </p:nvSpPr>
        <p:spPr>
          <a:xfrm>
            <a:off x="403050" y="1390050"/>
            <a:ext cx="10932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Register</a:t>
            </a:r>
            <a:endParaRPr sz="1600"/>
          </a:p>
        </p:txBody>
      </p:sp>
      <p:sp>
        <p:nvSpPr>
          <p:cNvPr id="1922" name="Google Shape;1922;p119"/>
          <p:cNvSpPr txBox="1"/>
          <p:nvPr>
            <p:ph idx="14" type="title"/>
          </p:nvPr>
        </p:nvSpPr>
        <p:spPr>
          <a:xfrm>
            <a:off x="2525213" y="1122075"/>
            <a:ext cx="18231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Login &amp; Logout</a:t>
            </a:r>
            <a:endParaRPr sz="1600"/>
          </a:p>
        </p:txBody>
      </p:sp>
      <p:sp>
        <p:nvSpPr>
          <p:cNvPr id="1923" name="Google Shape;1923;p11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Authentication</a:t>
            </a:r>
            <a:endParaRPr/>
          </a:p>
        </p:txBody>
      </p:sp>
      <p:sp>
        <p:nvSpPr>
          <p:cNvPr id="1924" name="Google Shape;1924;p11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users register, login, and logout</a:t>
            </a:r>
            <a:endParaRPr/>
          </a:p>
        </p:txBody>
      </p:sp>
      <p:sp>
        <p:nvSpPr>
          <p:cNvPr id="1925" name="Google Shape;1925;p119"/>
          <p:cNvSpPr txBox="1"/>
          <p:nvPr>
            <p:ph idx="3" type="subTitle"/>
          </p:nvPr>
        </p:nvSpPr>
        <p:spPr>
          <a:xfrm>
            <a:off x="167400" y="2344376"/>
            <a:ext cx="1564500" cy="16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Loads starter accounts from a mock Json file.</a:t>
            </a:r>
            <a:endParaRPr/>
          </a:p>
          <a:p>
            <a:pPr indent="0" lvl="0" marL="0" rtl="0" algn="l">
              <a:spcBef>
                <a:spcPts val="0"/>
              </a:spcBef>
              <a:spcAft>
                <a:spcPts val="0"/>
              </a:spcAft>
              <a:buNone/>
            </a:pPr>
            <a:r>
              <a:rPr lang="en"/>
              <a:t>→ </a:t>
            </a:r>
            <a:r>
              <a:rPr lang="en"/>
              <a:t>Auto Generates</a:t>
            </a:r>
            <a:r>
              <a:rPr lang="en"/>
              <a:t> each accounts id</a:t>
            </a:r>
            <a:endParaRPr/>
          </a:p>
          <a:p>
            <a:pPr indent="0" lvl="0" marL="0" rtl="0" algn="l">
              <a:spcBef>
                <a:spcPts val="0"/>
              </a:spcBef>
              <a:spcAft>
                <a:spcPts val="0"/>
              </a:spcAft>
              <a:buNone/>
            </a:pPr>
            <a:r>
              <a:rPr lang="en"/>
              <a:t>→ Sends the user to the login once the account is created</a:t>
            </a:r>
            <a:endParaRPr/>
          </a:p>
        </p:txBody>
      </p:sp>
      <p:sp>
        <p:nvSpPr>
          <p:cNvPr id="1926" name="Google Shape;1926;p119"/>
          <p:cNvSpPr txBox="1"/>
          <p:nvPr>
            <p:ph idx="13" type="subTitle"/>
          </p:nvPr>
        </p:nvSpPr>
        <p:spPr>
          <a:xfrm>
            <a:off x="167388" y="1877775"/>
            <a:ext cx="1564500" cy="4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Creates a new account</a:t>
            </a:r>
            <a:endParaRPr/>
          </a:p>
        </p:txBody>
      </p:sp>
      <p:sp>
        <p:nvSpPr>
          <p:cNvPr id="1927" name="Google Shape;1927;p119"/>
          <p:cNvSpPr txBox="1"/>
          <p:nvPr>
            <p:ph idx="2" type="subTitle"/>
          </p:nvPr>
        </p:nvSpPr>
        <p:spPr>
          <a:xfrm>
            <a:off x="1933550" y="1643263"/>
            <a:ext cx="1564500" cy="4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Signs </a:t>
            </a:r>
            <a:r>
              <a:rPr lang="en"/>
              <a:t>the user into account</a:t>
            </a:r>
            <a:endParaRPr/>
          </a:p>
        </p:txBody>
      </p:sp>
      <p:sp>
        <p:nvSpPr>
          <p:cNvPr id="1928" name="Google Shape;1928;p119"/>
          <p:cNvSpPr txBox="1"/>
          <p:nvPr>
            <p:ph idx="5" type="subTitle"/>
          </p:nvPr>
        </p:nvSpPr>
        <p:spPr>
          <a:xfrm>
            <a:off x="1933557" y="2095963"/>
            <a:ext cx="1564500" cy="16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saves the logged-in a signal the whole app can read</a:t>
            </a:r>
            <a:endParaRPr/>
          </a:p>
          <a:p>
            <a:pPr indent="0" lvl="0" marL="0" rtl="0" algn="l">
              <a:spcBef>
                <a:spcPts val="0"/>
              </a:spcBef>
              <a:spcAft>
                <a:spcPts val="0"/>
              </a:spcAft>
              <a:buNone/>
            </a:pPr>
            <a:r>
              <a:rPr lang="en"/>
              <a:t>→ Sends the user to their dashboard on success</a:t>
            </a:r>
            <a:endParaRPr/>
          </a:p>
          <a:p>
            <a:pPr indent="0" lvl="0" marL="0" rtl="0" algn="l">
              <a:spcBef>
                <a:spcPts val="0"/>
              </a:spcBef>
              <a:spcAft>
                <a:spcPts val="0"/>
              </a:spcAft>
              <a:buNone/>
            </a:pPr>
            <a:r>
              <a:rPr lang="en"/>
              <a:t>→Sign out clears the logged-in user and returns them to log in</a:t>
            </a:r>
            <a:endParaRPr/>
          </a:p>
        </p:txBody>
      </p:sp>
      <p:sp>
        <p:nvSpPr>
          <p:cNvPr id="1929" name="Google Shape;1929;p119"/>
          <p:cNvSpPr txBox="1"/>
          <p:nvPr>
            <p:ph idx="7" type="subTitle"/>
          </p:nvPr>
        </p:nvSpPr>
        <p:spPr>
          <a:xfrm>
            <a:off x="5310475" y="3825125"/>
            <a:ext cx="3579900" cy="94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Menu only </a:t>
            </a:r>
            <a:r>
              <a:rPr lang="en"/>
              <a:t>appears</a:t>
            </a:r>
            <a:r>
              <a:rPr lang="en"/>
              <a:t> while a user is logged in.</a:t>
            </a:r>
            <a:endParaRPr/>
          </a:p>
          <a:p>
            <a:pPr indent="0" lvl="0" marL="0" rtl="0" algn="l">
              <a:spcBef>
                <a:spcPts val="0"/>
              </a:spcBef>
              <a:spcAft>
                <a:spcPts val="0"/>
              </a:spcAft>
              <a:buNone/>
            </a:pPr>
            <a:r>
              <a:rPr lang="en"/>
              <a:t>→ Waits for the slide-out to finish before removing the menu</a:t>
            </a:r>
            <a:endParaRPr/>
          </a:p>
          <a:p>
            <a:pPr indent="0" lvl="0" marL="0" rtl="0" algn="l">
              <a:spcBef>
                <a:spcPts val="0"/>
              </a:spcBef>
              <a:spcAft>
                <a:spcPts val="0"/>
              </a:spcAft>
              <a:buNone/>
            </a:pPr>
            <a:r>
              <a:rPr lang="en"/>
              <a:t>→ On sign out, the menu slides off before the user returns to login</a:t>
            </a:r>
            <a:endParaRPr/>
          </a:p>
        </p:txBody>
      </p:sp>
      <p:sp>
        <p:nvSpPr>
          <p:cNvPr id="1930" name="Google Shape;1930;p119"/>
          <p:cNvSpPr txBox="1"/>
          <p:nvPr>
            <p:ph idx="14" type="title"/>
          </p:nvPr>
        </p:nvSpPr>
        <p:spPr>
          <a:xfrm>
            <a:off x="5345425" y="840000"/>
            <a:ext cx="37014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Menu Animation</a:t>
            </a:r>
            <a:endParaRPr sz="1600"/>
          </a:p>
        </p:txBody>
      </p:sp>
      <p:sp>
        <p:nvSpPr>
          <p:cNvPr id="1931" name="Google Shape;1931;p119"/>
          <p:cNvSpPr txBox="1"/>
          <p:nvPr>
            <p:ph idx="4294967295" type="title"/>
          </p:nvPr>
        </p:nvSpPr>
        <p:spPr>
          <a:xfrm>
            <a:off x="157950" y="4683725"/>
            <a:ext cx="1583400" cy="18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Ethan Duarte</a:t>
            </a:r>
            <a:endParaRPr sz="1000">
              <a:solidFill>
                <a:schemeClr val="dk2"/>
              </a:solidFill>
            </a:endParaRPr>
          </a:p>
        </p:txBody>
      </p:sp>
      <p:sp>
        <p:nvSpPr>
          <p:cNvPr id="1932" name="Google Shape;1932;p119"/>
          <p:cNvSpPr txBox="1"/>
          <p:nvPr/>
        </p:nvSpPr>
        <p:spPr>
          <a:xfrm>
            <a:off x="38100" y="93150"/>
            <a:ext cx="1583400" cy="189300"/>
          </a:xfrm>
          <a:prstGeom prst="rect">
            <a:avLst/>
          </a:prstGeom>
          <a:noFill/>
          <a:ln>
            <a:noFill/>
          </a:ln>
        </p:spPr>
        <p:txBody>
          <a:bodyPr anchorCtr="0" anchor="t" bIns="91425" lIns="182875" spcFirstLastPara="1" rIns="91425" wrap="square" tIns="91425">
            <a:noAutofit/>
          </a:bodyPr>
          <a:lstStyle/>
          <a:p>
            <a:pPr indent="0" lvl="0" marL="0" rtl="0" algn="l">
              <a:spcBef>
                <a:spcPts val="0"/>
              </a:spcBef>
              <a:spcAft>
                <a:spcPts val="0"/>
              </a:spcAft>
              <a:buNone/>
            </a:pPr>
            <a:r>
              <a:rPr lang="en" sz="900">
                <a:solidFill>
                  <a:srgbClr val="E3DFD6"/>
                </a:solidFill>
                <a:latin typeface="Sora"/>
                <a:ea typeface="Sora"/>
                <a:cs typeface="Sora"/>
                <a:sym typeface="Sora"/>
              </a:rPr>
              <a:t>Revature</a:t>
            </a:r>
            <a:endParaRPr sz="900">
              <a:solidFill>
                <a:srgbClr val="E3DFD6"/>
              </a:solidFill>
              <a:latin typeface="Sora"/>
              <a:ea typeface="Sora"/>
              <a:cs typeface="Sora"/>
              <a:sym typeface="Sora"/>
            </a:endParaRPr>
          </a:p>
        </p:txBody>
      </p:sp>
      <p:pic>
        <p:nvPicPr>
          <p:cNvPr id="1933" name="Google Shape;1933;p119"/>
          <p:cNvPicPr preferRelativeResize="0"/>
          <p:nvPr/>
        </p:nvPicPr>
        <p:blipFill>
          <a:blip r:embed="rId3">
            <a:alphaModFix/>
          </a:blip>
          <a:stretch>
            <a:fillRect/>
          </a:stretch>
        </p:blipFill>
        <p:spPr>
          <a:xfrm>
            <a:off x="5310476" y="1390038"/>
            <a:ext cx="3771300" cy="2383324"/>
          </a:xfrm>
          <a:prstGeom prst="rect">
            <a:avLst/>
          </a:prstGeom>
          <a:noFill/>
          <a:ln>
            <a:noFill/>
          </a:ln>
        </p:spPr>
      </p:pic>
      <p:pic>
        <p:nvPicPr>
          <p:cNvPr id="1934" name="Google Shape;1934;p119"/>
          <p:cNvPicPr preferRelativeResize="0"/>
          <p:nvPr/>
        </p:nvPicPr>
        <p:blipFill rotWithShape="1">
          <a:blip r:embed="rId4">
            <a:alphaModFix/>
          </a:blip>
          <a:srcRect b="885" l="2148" r="1093" t="757"/>
          <a:stretch/>
        </p:blipFill>
        <p:spPr>
          <a:xfrm>
            <a:off x="3498063" y="1643250"/>
            <a:ext cx="1375125" cy="29848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8" name="Shape 1938"/>
        <p:cNvGrpSpPr/>
        <p:nvPr/>
      </p:nvGrpSpPr>
      <p:grpSpPr>
        <a:xfrm>
          <a:off x="0" y="0"/>
          <a:ext cx="0" cy="0"/>
          <a:chOff x="0" y="0"/>
          <a:chExt cx="0" cy="0"/>
        </a:xfrm>
      </p:grpSpPr>
      <p:sp>
        <p:nvSpPr>
          <p:cNvPr id="1939" name="Google Shape;1939;p120"/>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Registration</a:t>
            </a:r>
            <a:endParaRPr/>
          </a:p>
        </p:txBody>
      </p:sp>
      <p:sp>
        <p:nvSpPr>
          <p:cNvPr id="1940" name="Google Shape;1940;p120"/>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users can</a:t>
            </a:r>
            <a:r>
              <a:rPr lang="en"/>
              <a:t> register an account</a:t>
            </a:r>
            <a:endParaRPr/>
          </a:p>
        </p:txBody>
      </p:sp>
      <p:sp>
        <p:nvSpPr>
          <p:cNvPr id="1941" name="Google Shape;1941;p120"/>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1942" name="Google Shape;1942;p120"/>
          <p:cNvSpPr txBox="1"/>
          <p:nvPr>
            <p:ph idx="17" type="title"/>
          </p:nvPr>
        </p:nvSpPr>
        <p:spPr>
          <a:xfrm>
            <a:off x="1189025" y="1027325"/>
            <a:ext cx="12795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Component</a:t>
            </a:r>
            <a:endParaRPr sz="1600"/>
          </a:p>
        </p:txBody>
      </p:sp>
      <p:sp>
        <p:nvSpPr>
          <p:cNvPr id="1943" name="Google Shape;1943;p120"/>
          <p:cNvSpPr txBox="1"/>
          <p:nvPr>
            <p:ph idx="3" type="subTitle"/>
          </p:nvPr>
        </p:nvSpPr>
        <p:spPr>
          <a:xfrm>
            <a:off x="2701525" y="1604950"/>
            <a:ext cx="2025000" cy="3282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t>→ Login and Registration page styling, including colors, spacing, form fields, buttons, and card layout, is implemented within each component’s CSS.</a:t>
            </a:r>
            <a:endParaRPr/>
          </a:p>
          <a:p>
            <a:pPr indent="0" lvl="0" marL="0" rtl="0" algn="l">
              <a:spcBef>
                <a:spcPts val="1200"/>
              </a:spcBef>
              <a:spcAft>
                <a:spcPts val="0"/>
              </a:spcAft>
              <a:buNone/>
            </a:pPr>
            <a:r>
              <a:rPr lang="en"/>
              <a:t>→ Like other components, the Login and Registration pages are connected through Angular routing, allowing users to navigate between the two pages within the Single Page Application.</a:t>
            </a:r>
            <a:endParaRPr/>
          </a:p>
          <a:p>
            <a:pPr indent="0" lvl="0" marL="0" rtl="0" algn="l">
              <a:spcBef>
                <a:spcPts val="1200"/>
              </a:spcBef>
              <a:spcAft>
                <a:spcPts val="0"/>
              </a:spcAft>
              <a:buNone/>
            </a:pPr>
            <a:r>
              <a:t/>
            </a:r>
            <a:endParaRPr/>
          </a:p>
        </p:txBody>
      </p:sp>
      <p:sp>
        <p:nvSpPr>
          <p:cNvPr id="1944" name="Google Shape;1944;p120"/>
          <p:cNvSpPr txBox="1"/>
          <p:nvPr>
            <p:ph idx="17" type="title"/>
          </p:nvPr>
        </p:nvSpPr>
        <p:spPr>
          <a:xfrm>
            <a:off x="2869075" y="871025"/>
            <a:ext cx="1689900" cy="70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U.I. Implementation</a:t>
            </a:r>
            <a:endParaRPr sz="1600"/>
          </a:p>
        </p:txBody>
      </p:sp>
      <p:sp>
        <p:nvSpPr>
          <p:cNvPr id="1945" name="Google Shape;1945;p120"/>
          <p:cNvSpPr txBox="1"/>
          <p:nvPr>
            <p:ph idx="3" type="subTitle"/>
          </p:nvPr>
        </p:nvSpPr>
        <p:spPr>
          <a:xfrm>
            <a:off x="917225" y="1417625"/>
            <a:ext cx="1823100" cy="3425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t>→ User Interface for the Login and Registration pages was developed using Angular Material components such as MatFormField, MatInput, MatButton, MatCard, and MatIcon.</a:t>
            </a:r>
            <a:endParaRPr/>
          </a:p>
          <a:p>
            <a:pPr indent="0" lvl="0" marL="0" rtl="0" algn="l">
              <a:spcBef>
                <a:spcPts val="1200"/>
              </a:spcBef>
              <a:spcAft>
                <a:spcPts val="0"/>
              </a:spcAft>
              <a:buNone/>
            </a:pPr>
            <a:r>
              <a:rPr lang="en"/>
              <a:t>→ User information is entered through Reactive Forms, allowing values such as username and password to be collected and validated before being passed to the application’s service layer.</a:t>
            </a:r>
            <a:endParaRPr/>
          </a:p>
          <a:p>
            <a:pPr indent="0" lvl="0" marL="0" rtl="0" algn="l">
              <a:spcBef>
                <a:spcPts val="1200"/>
              </a:spcBef>
              <a:spcAft>
                <a:spcPts val="0"/>
              </a:spcAft>
              <a:buNone/>
            </a:pPr>
            <a:r>
              <a:t/>
            </a:r>
            <a:endParaRPr/>
          </a:p>
        </p:txBody>
      </p:sp>
      <p:pic>
        <p:nvPicPr>
          <p:cNvPr id="1946" name="Google Shape;1946;p120"/>
          <p:cNvPicPr preferRelativeResize="0"/>
          <p:nvPr/>
        </p:nvPicPr>
        <p:blipFill>
          <a:blip r:embed="rId3">
            <a:alphaModFix/>
          </a:blip>
          <a:stretch>
            <a:fillRect/>
          </a:stretch>
        </p:blipFill>
        <p:spPr>
          <a:xfrm>
            <a:off x="5478936" y="1204773"/>
            <a:ext cx="2647726" cy="31804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0" name="Shape 1950"/>
        <p:cNvGrpSpPr/>
        <p:nvPr/>
      </p:nvGrpSpPr>
      <p:grpSpPr>
        <a:xfrm>
          <a:off x="0" y="0"/>
          <a:ext cx="0" cy="0"/>
          <a:chOff x="0" y="0"/>
          <a:chExt cx="0" cy="0"/>
        </a:xfrm>
      </p:grpSpPr>
      <p:sp>
        <p:nvSpPr>
          <p:cNvPr id="1951" name="Google Shape;1951;p121"/>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Prevents invalid inputs.</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Provides a responsive UI for the user to interact with.</a:t>
            </a:r>
            <a:endParaRPr>
              <a:solidFill>
                <a:schemeClr val="dk2"/>
              </a:solidFill>
            </a:endParaRPr>
          </a:p>
        </p:txBody>
      </p:sp>
      <p:sp>
        <p:nvSpPr>
          <p:cNvPr id="1952" name="Google Shape;1952;p121"/>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1953" name="Google Shape;1953;p121"/>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Withdraw</a:t>
            </a:r>
            <a:endParaRPr/>
          </a:p>
        </p:txBody>
      </p:sp>
      <p:sp>
        <p:nvSpPr>
          <p:cNvPr id="1954" name="Google Shape;1954;p121"/>
          <p:cNvSpPr txBox="1"/>
          <p:nvPr>
            <p:ph idx="4" type="title"/>
          </p:nvPr>
        </p:nvSpPr>
        <p:spPr>
          <a:xfrm>
            <a:off x="38100" y="319650"/>
            <a:ext cx="3116700" cy="431100"/>
          </a:xfrm>
          <a:prstGeom prst="rect">
            <a:avLst/>
          </a:prstGeom>
        </p:spPr>
        <p:txBody>
          <a:bodyPr anchorCtr="0" anchor="t" bIns="91425" lIns="182875" spcFirstLastPara="1" rIns="91425" wrap="square" tIns="91425">
            <a:spAutoFit/>
          </a:bodyPr>
          <a:lstStyle/>
          <a:p>
            <a:pPr indent="0" lvl="0" marL="0" rtl="0" algn="l">
              <a:spcBef>
                <a:spcPts val="0"/>
              </a:spcBef>
              <a:spcAft>
                <a:spcPts val="0"/>
              </a:spcAft>
              <a:buNone/>
            </a:pPr>
            <a:r>
              <a:rPr lang="en"/>
              <a:t>Transaction Center</a:t>
            </a:r>
            <a:endParaRPr/>
          </a:p>
        </p:txBody>
      </p:sp>
      <p:sp>
        <p:nvSpPr>
          <p:cNvPr id="1955" name="Google Shape;1955;p121"/>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Deposit</a:t>
            </a:r>
            <a:endParaRPr/>
          </a:p>
        </p:txBody>
      </p:sp>
      <p:sp>
        <p:nvSpPr>
          <p:cNvPr id="1956" name="Google Shape;1956;p121"/>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Transfer</a:t>
            </a:r>
            <a:endParaRPr/>
          </a:p>
        </p:txBody>
      </p:sp>
      <p:sp>
        <p:nvSpPr>
          <p:cNvPr id="1957" name="Google Shape;1957;p121"/>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a:t>
            </a:r>
            <a:endParaRPr/>
          </a:p>
        </p:txBody>
      </p:sp>
      <p:sp>
        <p:nvSpPr>
          <p:cNvPr id="1958" name="Google Shape;1958;p121"/>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Validation</a:t>
            </a:r>
            <a:endParaRPr/>
          </a:p>
        </p:txBody>
      </p:sp>
      <p:sp>
        <p:nvSpPr>
          <p:cNvPr id="1959" name="Google Shape;1959;p121"/>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1960" name="Google Shape;1960;p121"/>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Carries over features from deposit. </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Ensures users have enough balance for the transaction.</a:t>
            </a:r>
            <a:endParaRPr>
              <a:solidFill>
                <a:schemeClr val="dk2"/>
              </a:solidFill>
            </a:endParaRPr>
          </a:p>
        </p:txBody>
      </p:sp>
      <p:sp>
        <p:nvSpPr>
          <p:cNvPr id="1961" name="Google Shape;1961;p121"/>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Allows the user to add money into their balance.</a:t>
            </a:r>
            <a:endParaRPr>
              <a:solidFill>
                <a:schemeClr val="dk2"/>
              </a:solidFill>
            </a:endParaRPr>
          </a:p>
        </p:txBody>
      </p:sp>
      <p:sp>
        <p:nvSpPr>
          <p:cNvPr id="1962" name="Google Shape;1962;p121"/>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Allows the user to take out money from their balance.</a:t>
            </a:r>
            <a:endParaRPr>
              <a:solidFill>
                <a:schemeClr val="dk2"/>
              </a:solidFill>
            </a:endParaRPr>
          </a:p>
        </p:txBody>
      </p:sp>
      <p:sp>
        <p:nvSpPr>
          <p:cNvPr id="1963" name="Google Shape;1963;p121"/>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Allows users to send money to another user’s account.</a:t>
            </a:r>
            <a:endParaRPr>
              <a:solidFill>
                <a:schemeClr val="dk2"/>
              </a:solidFill>
            </a:endParaRPr>
          </a:p>
        </p:txBody>
      </p:sp>
      <p:sp>
        <p:nvSpPr>
          <p:cNvPr id="1964" name="Google Shape;1964;p121"/>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p>
            <a:pPr indent="-120650" lvl="0" marL="114300" rtl="0" algn="l">
              <a:lnSpc>
                <a:spcPct val="100000"/>
              </a:lnSpc>
              <a:spcBef>
                <a:spcPts val="0"/>
              </a:spcBef>
              <a:spcAft>
                <a:spcPts val="0"/>
              </a:spcAft>
              <a:buClr>
                <a:schemeClr val="accent3"/>
              </a:buClr>
              <a:buSzPts val="1000"/>
              <a:buChar char="➔"/>
            </a:pPr>
            <a:r>
              <a:rPr lang="en">
                <a:solidFill>
                  <a:schemeClr val="dk2"/>
                </a:solidFill>
              </a:rPr>
              <a:t>Same number input validation as Deposit.</a:t>
            </a:r>
            <a:endParaRPr>
              <a:solidFill>
                <a:schemeClr val="dk2"/>
              </a:solidFill>
            </a:endParaRPr>
          </a:p>
          <a:p>
            <a:pPr indent="-120650" lvl="0" marL="114300" rtl="0" algn="l">
              <a:lnSpc>
                <a:spcPct val="100000"/>
              </a:lnSpc>
              <a:spcBef>
                <a:spcPts val="0"/>
              </a:spcBef>
              <a:spcAft>
                <a:spcPts val="0"/>
              </a:spcAft>
              <a:buClr>
                <a:schemeClr val="accent3"/>
              </a:buClr>
              <a:buSzPts val="1000"/>
              <a:buChar char="➔"/>
            </a:pPr>
            <a:r>
              <a:rPr lang="en">
                <a:solidFill>
                  <a:schemeClr val="dk2"/>
                </a:solidFill>
              </a:rPr>
              <a:t>Prevents user from </a:t>
            </a:r>
            <a:r>
              <a:rPr lang="en">
                <a:solidFill>
                  <a:schemeClr val="dk2"/>
                </a:solidFill>
              </a:rPr>
              <a:t>inputting</a:t>
            </a:r>
            <a:r>
              <a:rPr lang="en">
                <a:solidFill>
                  <a:schemeClr val="dk2"/>
                </a:solidFill>
              </a:rPr>
              <a:t> a number greater than the balance.</a:t>
            </a:r>
            <a:endParaRPr>
              <a:solidFill>
                <a:schemeClr val="dk2"/>
              </a:solidFill>
            </a:endParaRPr>
          </a:p>
        </p:txBody>
      </p:sp>
      <p:sp>
        <p:nvSpPr>
          <p:cNvPr id="1965" name="Google Shape;1965;p121"/>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Ensures the user </a:t>
            </a:r>
            <a:r>
              <a:rPr lang="en">
                <a:solidFill>
                  <a:schemeClr val="dk2"/>
                </a:solidFill>
              </a:rPr>
              <a:t>inputted a positive number greater than $0.00. </a:t>
            </a:r>
            <a:endParaRPr>
              <a:solidFill>
                <a:schemeClr val="dk2"/>
              </a:solidFill>
            </a:endParaRPr>
          </a:p>
        </p:txBody>
      </p:sp>
      <p:cxnSp>
        <p:nvCxnSpPr>
          <p:cNvPr id="1966" name="Google Shape;1966;p121"/>
          <p:cNvCxnSpPr/>
          <p:nvPr/>
        </p:nvCxnSpPr>
        <p:spPr>
          <a:xfrm>
            <a:off x="1409275" y="1385175"/>
            <a:ext cx="7734900" cy="0"/>
          </a:xfrm>
          <a:prstGeom prst="straightConnector1">
            <a:avLst/>
          </a:prstGeom>
          <a:noFill/>
          <a:ln cap="flat" cmpd="sng" w="19050">
            <a:solidFill>
              <a:schemeClr val="accent5"/>
            </a:solidFill>
            <a:prstDash val="solid"/>
            <a:round/>
            <a:headEnd len="med" w="med" type="none"/>
            <a:tailEnd len="med" w="med" type="none"/>
          </a:ln>
        </p:spPr>
      </p:cxnSp>
      <p:sp>
        <p:nvSpPr>
          <p:cNvPr id="1967" name="Google Shape;1967;p121"/>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Carries over features from both deposit and withdraw.</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Allows the user to input the recipient’s account with validation checks.</a:t>
            </a:r>
            <a:endParaRPr>
              <a:solidFill>
                <a:schemeClr val="dk2"/>
              </a:solidFill>
            </a:endParaRPr>
          </a:p>
        </p:txBody>
      </p:sp>
      <p:sp>
        <p:nvSpPr>
          <p:cNvPr id="1968" name="Google Shape;1968;p121"/>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Same input validation as both Deposit and Withdraw. </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Ensures the recipient’s account input is valid and that the </a:t>
            </a:r>
            <a:r>
              <a:rPr lang="en">
                <a:solidFill>
                  <a:schemeClr val="dk2"/>
                </a:solidFill>
              </a:rPr>
              <a:t>account </a:t>
            </a:r>
            <a:r>
              <a:rPr lang="en">
                <a:solidFill>
                  <a:schemeClr val="dk2"/>
                </a:solidFill>
              </a:rPr>
              <a:t>exist.</a:t>
            </a: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Google Shape;1973;p122"/>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Transaction</a:t>
            </a:r>
            <a:r>
              <a:rPr lang="en"/>
              <a:t> Table</a:t>
            </a:r>
            <a:endParaRPr/>
          </a:p>
        </p:txBody>
      </p:sp>
      <p:sp>
        <p:nvSpPr>
          <p:cNvPr id="1974" name="Google Shape;1974;p122"/>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users can view their transactions</a:t>
            </a:r>
            <a:endParaRPr/>
          </a:p>
        </p:txBody>
      </p:sp>
      <p:sp>
        <p:nvSpPr>
          <p:cNvPr id="1975" name="Google Shape;1975;p12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1976" name="Google Shape;1976;p122"/>
          <p:cNvSpPr txBox="1"/>
          <p:nvPr>
            <p:ph idx="17" type="title"/>
          </p:nvPr>
        </p:nvSpPr>
        <p:spPr>
          <a:xfrm>
            <a:off x="1144200" y="1407300"/>
            <a:ext cx="12795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Component</a:t>
            </a:r>
            <a:endParaRPr sz="1600"/>
          </a:p>
        </p:txBody>
      </p:sp>
      <p:sp>
        <p:nvSpPr>
          <p:cNvPr id="1977" name="Google Shape;1977;p122"/>
          <p:cNvSpPr txBox="1"/>
          <p:nvPr>
            <p:ph idx="3" type="subTitle"/>
          </p:nvPr>
        </p:nvSpPr>
        <p:spPr>
          <a:xfrm>
            <a:off x="2795850" y="1866600"/>
            <a:ext cx="1823100" cy="20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Transaction Table’s style (size, font, padding, etc.) is implemented within the </a:t>
            </a:r>
            <a:r>
              <a:rPr lang="en"/>
              <a:t>component</a:t>
            </a:r>
            <a:r>
              <a:rPr lang="en"/>
              <a:t>’s CSS.</a:t>
            </a:r>
            <a:endParaRPr/>
          </a:p>
          <a:p>
            <a:pPr indent="0" lvl="0" marL="0" rtl="0" algn="l">
              <a:spcBef>
                <a:spcPts val="0"/>
              </a:spcBef>
              <a:spcAft>
                <a:spcPts val="0"/>
              </a:spcAft>
              <a:buNone/>
            </a:pPr>
            <a:r>
              <a:rPr lang="en"/>
              <a:t>→ Like other components, placement of the component is made inside the </a:t>
            </a:r>
            <a:r>
              <a:rPr lang="en"/>
              <a:t>encompassing</a:t>
            </a:r>
            <a:r>
              <a:rPr lang="en"/>
              <a:t> dashboard component. </a:t>
            </a:r>
            <a:endParaRPr/>
          </a:p>
        </p:txBody>
      </p:sp>
      <p:sp>
        <p:nvSpPr>
          <p:cNvPr id="1978" name="Google Shape;1978;p122"/>
          <p:cNvSpPr txBox="1"/>
          <p:nvPr>
            <p:ph idx="17" type="title"/>
          </p:nvPr>
        </p:nvSpPr>
        <p:spPr>
          <a:xfrm>
            <a:off x="2692575" y="1251000"/>
            <a:ext cx="1689900" cy="70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U</a:t>
            </a:r>
            <a:r>
              <a:rPr lang="en" sz="1600"/>
              <a:t>.I. </a:t>
            </a:r>
            <a:r>
              <a:rPr lang="en" sz="1600"/>
              <a:t>Implementation</a:t>
            </a:r>
            <a:endParaRPr sz="1600"/>
          </a:p>
        </p:txBody>
      </p:sp>
      <p:sp>
        <p:nvSpPr>
          <p:cNvPr id="1979" name="Google Shape;1979;p122"/>
          <p:cNvSpPr txBox="1"/>
          <p:nvPr>
            <p:ph idx="3" type="subTitle"/>
          </p:nvPr>
        </p:nvSpPr>
        <p:spPr>
          <a:xfrm>
            <a:off x="1020900" y="1866600"/>
            <a:ext cx="1689900" cy="219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User Interface for the transaction was developed using the MatTableModule from the Angular Material Library. </a:t>
            </a:r>
            <a:endParaRPr/>
          </a:p>
          <a:p>
            <a:pPr indent="0" lvl="0" marL="0" rtl="0" algn="l">
              <a:spcBef>
                <a:spcPts val="0"/>
              </a:spcBef>
              <a:spcAft>
                <a:spcPts val="0"/>
              </a:spcAft>
              <a:buNone/>
            </a:pPr>
            <a:r>
              <a:rPr lang="en"/>
              <a:t>→ User’s transactions will appear row by row, with a max of 5 rows before the ability to scroll is allowed to see the additional rows. </a:t>
            </a:r>
            <a:endParaRPr/>
          </a:p>
        </p:txBody>
      </p:sp>
      <p:pic>
        <p:nvPicPr>
          <p:cNvPr id="1980" name="Google Shape;1980;p122"/>
          <p:cNvPicPr preferRelativeResize="0"/>
          <p:nvPr/>
        </p:nvPicPr>
        <p:blipFill>
          <a:blip r:embed="rId3">
            <a:alphaModFix/>
          </a:blip>
          <a:stretch>
            <a:fillRect/>
          </a:stretch>
        </p:blipFill>
        <p:spPr>
          <a:xfrm>
            <a:off x="4799824" y="1577605"/>
            <a:ext cx="4115573" cy="26008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4" name="Shape 1984"/>
        <p:cNvGrpSpPr/>
        <p:nvPr/>
      </p:nvGrpSpPr>
      <p:grpSpPr>
        <a:xfrm>
          <a:off x="0" y="0"/>
          <a:ext cx="0" cy="0"/>
          <a:chOff x="0" y="0"/>
          <a:chExt cx="0" cy="0"/>
        </a:xfrm>
      </p:grpSpPr>
      <p:sp>
        <p:nvSpPr>
          <p:cNvPr id="1985" name="Google Shape;1985;p123"/>
          <p:cNvSpPr txBox="1"/>
          <p:nvPr>
            <p:ph idx="18" type="title"/>
          </p:nvPr>
        </p:nvSpPr>
        <p:spPr>
          <a:xfrm>
            <a:off x="228600" y="4419719"/>
            <a:ext cx="8686800" cy="544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200">
                <a:solidFill>
                  <a:schemeClr val="accent3"/>
                </a:solidFill>
              </a:rPr>
              <a:t>Rules enforced: </a:t>
            </a:r>
            <a:r>
              <a:rPr lang="en" sz="1200">
                <a:solidFill>
                  <a:schemeClr val="dk1"/>
                </a:solidFill>
              </a:rPr>
              <a:t>logged in - within the $10,000 limit - sufficient funds - </a:t>
            </a:r>
            <a:r>
              <a:rPr lang="en" sz="1200">
                <a:solidFill>
                  <a:schemeClr val="dk1"/>
                </a:solidFill>
              </a:rPr>
              <a:t>recipient</a:t>
            </a:r>
            <a:r>
              <a:rPr lang="en" sz="1200">
                <a:solidFill>
                  <a:schemeClr val="dk1"/>
                </a:solidFill>
              </a:rPr>
              <a:t> exists</a:t>
            </a:r>
            <a:endParaRPr sz="1200">
              <a:solidFill>
                <a:schemeClr val="dk1"/>
              </a:solidFill>
            </a:endParaRPr>
          </a:p>
        </p:txBody>
      </p:sp>
      <p:sp>
        <p:nvSpPr>
          <p:cNvPr id="1986" name="Google Shape;1986;p123"/>
          <p:cNvSpPr txBox="1"/>
          <p:nvPr/>
        </p:nvSpPr>
        <p:spPr>
          <a:xfrm>
            <a:off x="639238" y="1331788"/>
            <a:ext cx="2321100" cy="7956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200">
                <a:solidFill>
                  <a:schemeClr val="accent3"/>
                </a:solidFill>
                <a:latin typeface="Sora"/>
                <a:ea typeface="Sora"/>
                <a:cs typeface="Sora"/>
                <a:sym typeface="Sora"/>
              </a:rPr>
              <a:t>One Service owns the logic</a:t>
            </a:r>
            <a:endParaRPr sz="1200">
              <a:solidFill>
                <a:schemeClr val="accent3"/>
              </a:solidFill>
              <a:latin typeface="Sora"/>
              <a:ea typeface="Sora"/>
              <a:cs typeface="Sora"/>
              <a:sym typeface="Sora"/>
            </a:endParaRPr>
          </a:p>
          <a:p>
            <a:pPr indent="0" lvl="0" marL="0" rtl="0" algn="l">
              <a:spcBef>
                <a:spcPts val="0"/>
              </a:spcBef>
              <a:spcAft>
                <a:spcPts val="0"/>
              </a:spcAft>
              <a:buNone/>
            </a:pPr>
            <a:r>
              <a:rPr lang="en" sz="1000">
                <a:solidFill>
                  <a:schemeClr val="dk1"/>
                </a:solidFill>
                <a:latin typeface="Sora"/>
                <a:ea typeface="Sora"/>
                <a:cs typeface="Sora"/>
                <a:sym typeface="Sora"/>
              </a:rPr>
              <a:t>Deposit, withdraw, transfer and transaction history all live in TransactionService</a:t>
            </a:r>
            <a:endParaRPr sz="1000">
              <a:solidFill>
                <a:schemeClr val="dk1"/>
              </a:solidFill>
              <a:latin typeface="Sora"/>
              <a:ea typeface="Sora"/>
              <a:cs typeface="Sora"/>
              <a:sym typeface="Sora"/>
            </a:endParaRPr>
          </a:p>
        </p:txBody>
      </p:sp>
      <p:sp>
        <p:nvSpPr>
          <p:cNvPr id="1987" name="Google Shape;1987;p123"/>
          <p:cNvSpPr txBox="1"/>
          <p:nvPr/>
        </p:nvSpPr>
        <p:spPr>
          <a:xfrm>
            <a:off x="639238" y="2296038"/>
            <a:ext cx="2321100" cy="7956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200">
                <a:solidFill>
                  <a:schemeClr val="accent3"/>
                </a:solidFill>
                <a:latin typeface="Sora"/>
                <a:ea typeface="Sora"/>
                <a:cs typeface="Sora"/>
                <a:sym typeface="Sora"/>
              </a:rPr>
              <a:t>Rules first, then the change</a:t>
            </a:r>
            <a:endParaRPr sz="1200">
              <a:solidFill>
                <a:schemeClr val="accent3"/>
              </a:solidFill>
              <a:latin typeface="Sora"/>
              <a:ea typeface="Sora"/>
              <a:cs typeface="Sora"/>
              <a:sym typeface="Sora"/>
            </a:endParaRPr>
          </a:p>
          <a:p>
            <a:pPr indent="0" lvl="0" marL="0" rtl="0" algn="l">
              <a:spcBef>
                <a:spcPts val="0"/>
              </a:spcBef>
              <a:spcAft>
                <a:spcPts val="0"/>
              </a:spcAft>
              <a:buNone/>
            </a:pPr>
            <a:r>
              <a:rPr lang="en" sz="1000">
                <a:solidFill>
                  <a:schemeClr val="dk1"/>
                </a:solidFill>
                <a:latin typeface="Sora"/>
                <a:ea typeface="Sora"/>
                <a:cs typeface="Sora"/>
                <a:sym typeface="Sora"/>
              </a:rPr>
              <a:t>All rules are </a:t>
            </a:r>
            <a:r>
              <a:rPr lang="en" sz="1000">
                <a:solidFill>
                  <a:schemeClr val="dk1"/>
                </a:solidFill>
                <a:latin typeface="Sora"/>
                <a:ea typeface="Sora"/>
                <a:cs typeface="Sora"/>
                <a:sym typeface="Sora"/>
              </a:rPr>
              <a:t>checked</a:t>
            </a:r>
            <a:r>
              <a:rPr lang="en" sz="1000">
                <a:solidFill>
                  <a:schemeClr val="dk1"/>
                </a:solidFill>
                <a:latin typeface="Sora"/>
                <a:ea typeface="Sora"/>
                <a:cs typeface="Sora"/>
                <a:sym typeface="Sora"/>
              </a:rPr>
              <a:t> before any balance changes. A rejected request changes nothing</a:t>
            </a:r>
            <a:endParaRPr sz="1000">
              <a:solidFill>
                <a:schemeClr val="dk1"/>
              </a:solidFill>
              <a:latin typeface="Sora"/>
              <a:ea typeface="Sora"/>
              <a:cs typeface="Sora"/>
              <a:sym typeface="Sora"/>
            </a:endParaRPr>
          </a:p>
        </p:txBody>
      </p:sp>
      <p:sp>
        <p:nvSpPr>
          <p:cNvPr id="1988" name="Google Shape;1988;p123"/>
          <p:cNvSpPr txBox="1"/>
          <p:nvPr/>
        </p:nvSpPr>
        <p:spPr>
          <a:xfrm>
            <a:off x="639238" y="3260288"/>
            <a:ext cx="2321100" cy="7956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200">
                <a:solidFill>
                  <a:schemeClr val="accent3"/>
                </a:solidFill>
                <a:latin typeface="Sora"/>
                <a:ea typeface="Sora"/>
                <a:cs typeface="Sora"/>
                <a:sym typeface="Sora"/>
              </a:rPr>
              <a:t>One of two results</a:t>
            </a:r>
            <a:endParaRPr sz="1200">
              <a:solidFill>
                <a:schemeClr val="accent3"/>
              </a:solidFill>
              <a:latin typeface="Sora"/>
              <a:ea typeface="Sora"/>
              <a:cs typeface="Sora"/>
              <a:sym typeface="Sora"/>
            </a:endParaRPr>
          </a:p>
          <a:p>
            <a:pPr indent="0" lvl="0" marL="0" rtl="0" algn="l">
              <a:spcBef>
                <a:spcPts val="0"/>
              </a:spcBef>
              <a:spcAft>
                <a:spcPts val="0"/>
              </a:spcAft>
              <a:buNone/>
            </a:pPr>
            <a:r>
              <a:rPr lang="en" sz="1000">
                <a:solidFill>
                  <a:schemeClr val="dk1"/>
                </a:solidFill>
                <a:latin typeface="Sora"/>
                <a:ea typeface="Sora"/>
                <a:cs typeface="Sora"/>
                <a:sym typeface="Sora"/>
              </a:rPr>
              <a:t>Returns the transaction or an error message from our contract. Confirmed by 17 tests</a:t>
            </a:r>
            <a:endParaRPr sz="1000">
              <a:solidFill>
                <a:schemeClr val="dk1"/>
              </a:solidFill>
              <a:latin typeface="Sora"/>
              <a:ea typeface="Sora"/>
              <a:cs typeface="Sora"/>
              <a:sym typeface="Sora"/>
            </a:endParaRPr>
          </a:p>
        </p:txBody>
      </p:sp>
      <p:pic>
        <p:nvPicPr>
          <p:cNvPr id="1989" name="Google Shape;1989;p123" title="code.jpg"/>
          <p:cNvPicPr preferRelativeResize="0"/>
          <p:nvPr/>
        </p:nvPicPr>
        <p:blipFill>
          <a:blip r:embed="rId3">
            <a:alphaModFix/>
          </a:blip>
          <a:stretch>
            <a:fillRect/>
          </a:stretch>
        </p:blipFill>
        <p:spPr>
          <a:xfrm>
            <a:off x="3316138" y="1264775"/>
            <a:ext cx="5188626" cy="2858116"/>
          </a:xfrm>
          <a:prstGeom prst="rect">
            <a:avLst/>
          </a:prstGeom>
          <a:noFill/>
          <a:ln>
            <a:noFill/>
          </a:ln>
        </p:spPr>
      </p:pic>
      <p:sp>
        <p:nvSpPr>
          <p:cNvPr id="1990" name="Google Shape;1990;p123"/>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1991" name="Google Shape;1991;p123"/>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Transaction</a:t>
            </a:r>
            <a:endParaRPr/>
          </a:p>
          <a:p>
            <a:pPr indent="0" lvl="0" marL="0" rtl="0" algn="l">
              <a:spcBef>
                <a:spcPts val="0"/>
              </a:spcBef>
              <a:spcAft>
                <a:spcPts val="0"/>
              </a:spcAft>
              <a:buNone/>
            </a:pPr>
            <a:r>
              <a:rPr lang="en"/>
              <a:t>Service</a:t>
            </a:r>
            <a:endParaRPr/>
          </a:p>
        </p:txBody>
      </p:sp>
      <p:sp>
        <p:nvSpPr>
          <p:cNvPr id="1992" name="Google Shape;1992;p123"/>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Requirement: The Service Layer “handles all data logic” and components should ask a Service for it</a:t>
            </a:r>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6" name="Shape 1996"/>
        <p:cNvGrpSpPr/>
        <p:nvPr/>
      </p:nvGrpSpPr>
      <p:grpSpPr>
        <a:xfrm>
          <a:off x="0" y="0"/>
          <a:ext cx="0" cy="0"/>
          <a:chOff x="0" y="0"/>
          <a:chExt cx="0" cy="0"/>
        </a:xfrm>
      </p:grpSpPr>
      <p:sp>
        <p:nvSpPr>
          <p:cNvPr id="1997" name="Google Shape;1997;p124"/>
          <p:cNvSpPr txBox="1"/>
          <p:nvPr>
            <p:ph type="title"/>
          </p:nvPr>
        </p:nvSpPr>
        <p:spPr>
          <a:xfrm>
            <a:off x="152400" y="1204175"/>
            <a:ext cx="1087800" cy="34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EER Diagram</a:t>
            </a:r>
            <a:endParaRPr/>
          </a:p>
        </p:txBody>
      </p:sp>
      <p:sp>
        <p:nvSpPr>
          <p:cNvPr id="1998" name="Google Shape;1998;p124"/>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124"/>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124"/>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124"/>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2002" name="Google Shape;2002;p124"/>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structure of the data exchanged between the frontend and the service</a:t>
            </a:r>
            <a:endParaRPr/>
          </a:p>
        </p:txBody>
      </p:sp>
      <p:sp>
        <p:nvSpPr>
          <p:cNvPr id="2003" name="Google Shape;2003;p124"/>
          <p:cNvSpPr txBox="1"/>
          <p:nvPr>
            <p:ph idx="6" type="body"/>
          </p:nvPr>
        </p:nvSpPr>
        <p:spPr>
          <a:xfrm>
            <a:off x="1861400" y="1210800"/>
            <a:ext cx="6039600" cy="700500"/>
          </a:xfrm>
          <a:prstGeom prst="rect">
            <a:avLst/>
          </a:prstGeom>
        </p:spPr>
        <p:txBody>
          <a:bodyPr anchorCtr="0" anchor="t" bIns="91425" lIns="91425" spcFirstLastPara="1" rIns="0" wrap="square" tIns="91425">
            <a:normAutofit/>
          </a:bodyPr>
          <a:lstStyle/>
          <a:p>
            <a:pPr indent="-292100" lvl="0" marL="457200" rtl="0" algn="l">
              <a:spcBef>
                <a:spcPts val="0"/>
              </a:spcBef>
              <a:spcAft>
                <a:spcPts val="0"/>
              </a:spcAft>
              <a:buSzPts val="1000"/>
              <a:buChar char="●"/>
            </a:pPr>
            <a:r>
              <a:rPr lang="en"/>
              <a:t>To inform our data structure and API design, we modeled a database in advance</a:t>
            </a:r>
            <a:endParaRPr/>
          </a:p>
          <a:p>
            <a:pPr indent="-292100" lvl="0" marL="457200" rtl="0" algn="l">
              <a:spcBef>
                <a:spcPts val="0"/>
              </a:spcBef>
              <a:spcAft>
                <a:spcPts val="0"/>
              </a:spcAft>
              <a:buSzPts val="1000"/>
              <a:buChar char="●"/>
            </a:pPr>
            <a:r>
              <a:rPr lang="en"/>
              <a:t>Database structure does not directly affect frontend, but we took it into account for designing the contract layer</a:t>
            </a:r>
            <a:endParaRPr/>
          </a:p>
        </p:txBody>
      </p:sp>
      <p:sp>
        <p:nvSpPr>
          <p:cNvPr id="2004" name="Google Shape;2004;p124"/>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API Contract</a:t>
            </a:r>
            <a:endParaRPr/>
          </a:p>
        </p:txBody>
      </p:sp>
      <p:pic>
        <p:nvPicPr>
          <p:cNvPr id="2005" name="Google Shape;2005;p124"/>
          <p:cNvPicPr preferRelativeResize="0"/>
          <p:nvPr/>
        </p:nvPicPr>
        <p:blipFill>
          <a:blip r:embed="rId3">
            <a:alphaModFix/>
          </a:blip>
          <a:stretch>
            <a:fillRect/>
          </a:stretch>
        </p:blipFill>
        <p:spPr>
          <a:xfrm>
            <a:off x="152400" y="2155814"/>
            <a:ext cx="8839200" cy="26650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9" name="Shape 2009"/>
        <p:cNvGrpSpPr/>
        <p:nvPr/>
      </p:nvGrpSpPr>
      <p:grpSpPr>
        <a:xfrm>
          <a:off x="0" y="0"/>
          <a:ext cx="0" cy="0"/>
          <a:chOff x="0" y="0"/>
          <a:chExt cx="0" cy="0"/>
        </a:xfrm>
      </p:grpSpPr>
      <p:sp>
        <p:nvSpPr>
          <p:cNvPr id="2010" name="Google Shape;2010;p125"/>
          <p:cNvSpPr txBox="1"/>
          <p:nvPr>
            <p:ph type="title"/>
          </p:nvPr>
        </p:nvSpPr>
        <p:spPr>
          <a:xfrm>
            <a:off x="414088" y="3152100"/>
            <a:ext cx="5315100" cy="34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Unsuccessful Response: Transfer Recipient Does Not Exist</a:t>
            </a:r>
            <a:endParaRPr/>
          </a:p>
        </p:txBody>
      </p:sp>
      <p:sp>
        <p:nvSpPr>
          <p:cNvPr id="2011" name="Google Shape;2011;p125"/>
          <p:cNvSpPr txBox="1"/>
          <p:nvPr>
            <p:ph idx="2" type="title"/>
          </p:nvPr>
        </p:nvSpPr>
        <p:spPr>
          <a:xfrm>
            <a:off x="6188375" y="1727988"/>
            <a:ext cx="25941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JSON Structure</a:t>
            </a:r>
            <a:endParaRPr/>
          </a:p>
        </p:txBody>
      </p:sp>
      <p:sp>
        <p:nvSpPr>
          <p:cNvPr id="2012" name="Google Shape;2012;p125"/>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Revature</a:t>
            </a:r>
            <a:endParaRPr/>
          </a:p>
        </p:txBody>
      </p:sp>
      <p:sp>
        <p:nvSpPr>
          <p:cNvPr id="2013" name="Google Shape;2013;p125"/>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structure of the data exchanged between the frontend and the service</a:t>
            </a:r>
            <a:endParaRPr/>
          </a:p>
        </p:txBody>
      </p:sp>
      <p:sp>
        <p:nvSpPr>
          <p:cNvPr id="2014" name="Google Shape;2014;p125"/>
          <p:cNvSpPr txBox="1"/>
          <p:nvPr>
            <p:ph idx="7" type="body"/>
          </p:nvPr>
        </p:nvSpPr>
        <p:spPr>
          <a:xfrm>
            <a:off x="6188375" y="2248213"/>
            <a:ext cx="2594100" cy="2511600"/>
          </a:xfrm>
          <a:prstGeom prst="rect">
            <a:avLst/>
          </a:prstGeom>
        </p:spPr>
        <p:txBody>
          <a:bodyPr anchorCtr="0" anchor="t" bIns="91425" lIns="91425" spcFirstLastPara="1" rIns="0" wrap="square" tIns="91425">
            <a:normAutofit/>
          </a:bodyPr>
          <a:lstStyle/>
          <a:p>
            <a:pPr indent="-292100" lvl="0" marL="457200" rtl="0" algn="l">
              <a:spcBef>
                <a:spcPts val="0"/>
              </a:spcBef>
              <a:spcAft>
                <a:spcPts val="0"/>
              </a:spcAft>
              <a:buSzPts val="1000"/>
              <a:buChar char="●"/>
            </a:pPr>
            <a:r>
              <a:rPr lang="en"/>
              <a:t>We defined consistent JSON structures for:</a:t>
            </a:r>
            <a:endParaRPr/>
          </a:p>
          <a:p>
            <a:pPr indent="-292100" lvl="1" marL="914400" rtl="0" algn="l">
              <a:spcBef>
                <a:spcPts val="0"/>
              </a:spcBef>
              <a:spcAft>
                <a:spcPts val="0"/>
              </a:spcAft>
              <a:buSzPts val="1000"/>
              <a:buChar char="○"/>
            </a:pPr>
            <a:r>
              <a:rPr lang="en"/>
              <a:t>Requests</a:t>
            </a:r>
            <a:endParaRPr/>
          </a:p>
          <a:p>
            <a:pPr indent="-292100" lvl="1" marL="914400" rtl="0" algn="l">
              <a:spcBef>
                <a:spcPts val="0"/>
              </a:spcBef>
              <a:spcAft>
                <a:spcPts val="0"/>
              </a:spcAft>
              <a:buSzPts val="1000"/>
              <a:buChar char="○"/>
            </a:pPr>
            <a:r>
              <a:rPr lang="en"/>
              <a:t>Successful Responses</a:t>
            </a:r>
            <a:endParaRPr/>
          </a:p>
          <a:p>
            <a:pPr indent="-292100" lvl="1" marL="914400" rtl="0" algn="l">
              <a:spcBef>
                <a:spcPts val="0"/>
              </a:spcBef>
              <a:spcAft>
                <a:spcPts val="0"/>
              </a:spcAft>
              <a:buSzPts val="1000"/>
              <a:buChar char="○"/>
            </a:pPr>
            <a:r>
              <a:rPr lang="en"/>
              <a:t>Unsuccessful responses</a:t>
            </a:r>
            <a:endParaRPr/>
          </a:p>
          <a:p>
            <a:pPr indent="-292100" lvl="0" marL="457200" rtl="0" algn="l">
              <a:spcBef>
                <a:spcPts val="0"/>
              </a:spcBef>
              <a:spcAft>
                <a:spcPts val="0"/>
              </a:spcAft>
              <a:buSzPts val="1000"/>
              <a:buChar char="●"/>
            </a:pPr>
            <a:r>
              <a:rPr lang="en"/>
              <a:t>The frontend reads simulated backend responses that follow these structures</a:t>
            </a:r>
            <a:endParaRPr/>
          </a:p>
          <a:p>
            <a:pPr indent="-292100" lvl="0" marL="457200" rtl="0" algn="l">
              <a:spcBef>
                <a:spcPts val="0"/>
              </a:spcBef>
              <a:spcAft>
                <a:spcPts val="0"/>
              </a:spcAft>
              <a:buSzPts val="1000"/>
              <a:buChar char="●"/>
            </a:pPr>
            <a:r>
              <a:rPr lang="en"/>
              <a:t>Our future backend will also follow this contract, so it will connect seamlessly with the frontend</a:t>
            </a:r>
            <a:endParaRPr/>
          </a:p>
        </p:txBody>
      </p:sp>
      <p:sp>
        <p:nvSpPr>
          <p:cNvPr id="2015" name="Google Shape;2015;p125"/>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API Contract</a:t>
            </a:r>
            <a:endParaRPr/>
          </a:p>
        </p:txBody>
      </p:sp>
      <p:pic>
        <p:nvPicPr>
          <p:cNvPr id="2016" name="Google Shape;2016;p125"/>
          <p:cNvPicPr preferRelativeResize="0"/>
          <p:nvPr/>
        </p:nvPicPr>
        <p:blipFill>
          <a:blip r:embed="rId3">
            <a:alphaModFix/>
          </a:blip>
          <a:stretch>
            <a:fillRect/>
          </a:stretch>
        </p:blipFill>
        <p:spPr>
          <a:xfrm>
            <a:off x="397488" y="3512138"/>
            <a:ext cx="5314950" cy="1171575"/>
          </a:xfrm>
          <a:prstGeom prst="rect">
            <a:avLst/>
          </a:prstGeom>
          <a:noFill/>
          <a:ln>
            <a:noFill/>
          </a:ln>
        </p:spPr>
      </p:pic>
      <p:pic>
        <p:nvPicPr>
          <p:cNvPr id="2017" name="Google Shape;2017;p125"/>
          <p:cNvPicPr preferRelativeResize="0"/>
          <p:nvPr/>
        </p:nvPicPr>
        <p:blipFill>
          <a:blip r:embed="rId4">
            <a:alphaModFix/>
          </a:blip>
          <a:stretch>
            <a:fillRect/>
          </a:stretch>
        </p:blipFill>
        <p:spPr>
          <a:xfrm>
            <a:off x="3320010" y="1783251"/>
            <a:ext cx="2392427" cy="1183950"/>
          </a:xfrm>
          <a:prstGeom prst="rect">
            <a:avLst/>
          </a:prstGeom>
          <a:noFill/>
          <a:ln>
            <a:noFill/>
          </a:ln>
        </p:spPr>
      </p:pic>
      <p:pic>
        <p:nvPicPr>
          <p:cNvPr id="2018" name="Google Shape;2018;p125"/>
          <p:cNvPicPr preferRelativeResize="0"/>
          <p:nvPr/>
        </p:nvPicPr>
        <p:blipFill>
          <a:blip r:embed="rId5">
            <a:alphaModFix/>
          </a:blip>
          <a:stretch>
            <a:fillRect/>
          </a:stretch>
        </p:blipFill>
        <p:spPr>
          <a:xfrm>
            <a:off x="397486" y="1795623"/>
            <a:ext cx="2736948" cy="1171575"/>
          </a:xfrm>
          <a:prstGeom prst="rect">
            <a:avLst/>
          </a:prstGeom>
          <a:noFill/>
          <a:ln>
            <a:noFill/>
          </a:ln>
        </p:spPr>
      </p:pic>
      <p:sp>
        <p:nvSpPr>
          <p:cNvPr id="2019" name="Google Shape;2019;p125"/>
          <p:cNvSpPr txBox="1"/>
          <p:nvPr>
            <p:ph type="title"/>
          </p:nvPr>
        </p:nvSpPr>
        <p:spPr>
          <a:xfrm>
            <a:off x="397413" y="1443275"/>
            <a:ext cx="2736900" cy="34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Request: Transfer Money</a:t>
            </a:r>
            <a:endParaRPr/>
          </a:p>
        </p:txBody>
      </p:sp>
      <p:sp>
        <p:nvSpPr>
          <p:cNvPr id="2020" name="Google Shape;2020;p125"/>
          <p:cNvSpPr txBox="1"/>
          <p:nvPr>
            <p:ph type="title"/>
          </p:nvPr>
        </p:nvSpPr>
        <p:spPr>
          <a:xfrm>
            <a:off x="3320013" y="1270775"/>
            <a:ext cx="2392500" cy="52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Successful Response: Get Transfer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2024" name="Shape 2024"/>
        <p:cNvGrpSpPr/>
        <p:nvPr/>
      </p:nvGrpSpPr>
      <p:grpSpPr>
        <a:xfrm>
          <a:off x="0" y="0"/>
          <a:ext cx="0" cy="0"/>
          <a:chOff x="0" y="0"/>
          <a:chExt cx="0" cy="0"/>
        </a:xfrm>
      </p:grpSpPr>
      <p:sp>
        <p:nvSpPr>
          <p:cNvPr id="2025" name="Google Shape;2025;p126"/>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Demo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9" name="Shape 2029"/>
        <p:cNvGrpSpPr/>
        <p:nvPr/>
      </p:nvGrpSpPr>
      <p:grpSpPr>
        <a:xfrm>
          <a:off x="0" y="0"/>
          <a:ext cx="0" cy="0"/>
          <a:chOff x="0" y="0"/>
          <a:chExt cx="0" cy="0"/>
        </a:xfrm>
      </p:grpSpPr>
      <p:sp>
        <p:nvSpPr>
          <p:cNvPr id="2030" name="Google Shape;2030;p127"/>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